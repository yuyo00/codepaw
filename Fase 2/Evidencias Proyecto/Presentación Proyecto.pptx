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Barlow Medium"/>
      <p:regular r:id="rId21"/>
      <p:bold r:id="rId22"/>
      <p:italic r:id="rId23"/>
      <p:boldItalic r:id="rId24"/>
    </p:embeddedFont>
    <p:embeddedFont>
      <p:font typeface="Barlow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dUIWHBvuzyBQBdXpqqDsTPiY0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09D3C5-9C95-45D1-8D11-96BDBCC2C85C}">
  <a:tblStyle styleId="{A209D3C5-9C95-45D1-8D11-96BDBCC2C85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arlowMedium-bold.fntdata"/><Relationship Id="rId21" Type="http://schemas.openxmlformats.org/officeDocument/2006/relationships/font" Target="fonts/BarlowMedium-regular.fntdata"/><Relationship Id="rId24" Type="http://schemas.openxmlformats.org/officeDocument/2006/relationships/font" Target="fonts/BarlowMedium-boldItalic.fntdata"/><Relationship Id="rId23" Type="http://schemas.openxmlformats.org/officeDocument/2006/relationships/font" Target="fonts/Barlow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-bold.fntdata"/><Relationship Id="rId25" Type="http://schemas.openxmlformats.org/officeDocument/2006/relationships/font" Target="fonts/Barlow-regular.fntdata"/><Relationship Id="rId28" Type="http://schemas.openxmlformats.org/officeDocument/2006/relationships/font" Target="fonts/Barlow-boldItalic.fntdata"/><Relationship Id="rId27" Type="http://schemas.openxmlformats.org/officeDocument/2006/relationships/font" Target="fonts/Barl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7c1c52d414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7c1c52d41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8ae3b323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8ae3b323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5ffdd79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g385ffdd79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c1c52d41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7c1c52d41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85ffdd79b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85ffdd79b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85ffdd79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85ffdd79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8ae3b323c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8ae3b323c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ae3b323c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8ae3b323c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8ae3b323c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8ae3b323c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8ae3b323c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8ae3b323c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0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60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11" name="Google Shape;11;p60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60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0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0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0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16;p60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7" name="Google Shape;17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92951" y="4027874"/>
            <a:ext cx="2612349" cy="27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0"/>
          <p:cNvSpPr txBox="1"/>
          <p:nvPr>
            <p:ph idx="1" type="body"/>
          </p:nvPr>
        </p:nvSpPr>
        <p:spPr>
          <a:xfrm>
            <a:off x="720000" y="1122425"/>
            <a:ext cx="7704000" cy="3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0" name="Google Shape;20;p60"/>
          <p:cNvGrpSpPr/>
          <p:nvPr/>
        </p:nvGrpSpPr>
        <p:grpSpPr>
          <a:xfrm rot="5400000">
            <a:off x="8884902" y="-90700"/>
            <a:ext cx="352108" cy="1260383"/>
            <a:chOff x="8254727" y="-90700"/>
            <a:chExt cx="352108" cy="1260383"/>
          </a:xfrm>
        </p:grpSpPr>
        <p:sp>
          <p:nvSpPr>
            <p:cNvPr id="21" name="Google Shape;21;p60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60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0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" type="body"/>
          </p:nvPr>
        </p:nvSpPr>
        <p:spPr>
          <a:xfrm>
            <a:off x="720000" y="1215751"/>
            <a:ext cx="7704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27" name="Google Shape;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59447" y="3497075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44"/>
          <p:cNvGrpSpPr/>
          <p:nvPr/>
        </p:nvGrpSpPr>
        <p:grpSpPr>
          <a:xfrm rot="5400000">
            <a:off x="8262411" y="457615"/>
            <a:ext cx="716934" cy="380217"/>
            <a:chOff x="713225" y="-185425"/>
            <a:chExt cx="1484950" cy="787525"/>
          </a:xfrm>
        </p:grpSpPr>
        <p:sp>
          <p:nvSpPr>
            <p:cNvPr id="29" name="Google Shape;29;p44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4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4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4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4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4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4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4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4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4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4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4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4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4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4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4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4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4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44"/>
          <p:cNvGrpSpPr/>
          <p:nvPr/>
        </p:nvGrpSpPr>
        <p:grpSpPr>
          <a:xfrm rot="10800000">
            <a:off x="713225" y="350248"/>
            <a:ext cx="436989" cy="189261"/>
            <a:chOff x="713225" y="4487573"/>
            <a:chExt cx="436989" cy="189261"/>
          </a:xfrm>
        </p:grpSpPr>
        <p:sp>
          <p:nvSpPr>
            <p:cNvPr id="48" name="Google Shape;48;p44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4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type="title"/>
          </p:nvPr>
        </p:nvSpPr>
        <p:spPr>
          <a:xfrm>
            <a:off x="865625" y="983625"/>
            <a:ext cx="399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" type="subTitle"/>
          </p:nvPr>
        </p:nvSpPr>
        <p:spPr>
          <a:xfrm>
            <a:off x="865625" y="2236100"/>
            <a:ext cx="3992100" cy="2367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3" name="Google Shape;53;p46"/>
          <p:cNvSpPr/>
          <p:nvPr>
            <p:ph idx="2" type="pic"/>
          </p:nvPr>
        </p:nvSpPr>
        <p:spPr>
          <a:xfrm>
            <a:off x="5028725" y="983625"/>
            <a:ext cx="3402000" cy="36204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54" name="Google Shape;5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98797" y="-12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46"/>
          <p:cNvGrpSpPr/>
          <p:nvPr/>
        </p:nvGrpSpPr>
        <p:grpSpPr>
          <a:xfrm>
            <a:off x="713225" y="350248"/>
            <a:ext cx="436989" cy="189261"/>
            <a:chOff x="713225" y="4487573"/>
            <a:chExt cx="436989" cy="189261"/>
          </a:xfrm>
        </p:grpSpPr>
        <p:sp>
          <p:nvSpPr>
            <p:cNvPr id="56" name="Google Shape;56;p46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6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" name="Google Shape;58;p46"/>
          <p:cNvPicPr preferRelativeResize="0"/>
          <p:nvPr/>
        </p:nvPicPr>
        <p:blipFill rotWithShape="1">
          <a:blip r:embed="rId3">
            <a:alphaModFix/>
          </a:blip>
          <a:srcRect b="2954" l="0" r="0" t="2963"/>
          <a:stretch/>
        </p:blipFill>
        <p:spPr>
          <a:xfrm>
            <a:off x="3426475" y="-1245826"/>
            <a:ext cx="1854874" cy="18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" type="subTitle"/>
          </p:nvPr>
        </p:nvSpPr>
        <p:spPr>
          <a:xfrm>
            <a:off x="828825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2" type="subTitle"/>
          </p:nvPr>
        </p:nvSpPr>
        <p:spPr>
          <a:xfrm>
            <a:off x="3451795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3" type="subTitle"/>
          </p:nvPr>
        </p:nvSpPr>
        <p:spPr>
          <a:xfrm>
            <a:off x="6074772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4" type="subTitle"/>
          </p:nvPr>
        </p:nvSpPr>
        <p:spPr>
          <a:xfrm>
            <a:off x="828825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6" name="Google Shape;66;p49"/>
          <p:cNvSpPr txBox="1"/>
          <p:nvPr>
            <p:ph idx="5" type="subTitle"/>
          </p:nvPr>
        </p:nvSpPr>
        <p:spPr>
          <a:xfrm>
            <a:off x="3451798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7" name="Google Shape;67;p49"/>
          <p:cNvSpPr txBox="1"/>
          <p:nvPr>
            <p:ph idx="6" type="subTitle"/>
          </p:nvPr>
        </p:nvSpPr>
        <p:spPr>
          <a:xfrm>
            <a:off x="6074772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68" name="Google Shape;6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68378" y="3000388"/>
            <a:ext cx="3215149" cy="334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1222" y="3770563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49"/>
          <p:cNvGrpSpPr/>
          <p:nvPr/>
        </p:nvGrpSpPr>
        <p:grpSpPr>
          <a:xfrm>
            <a:off x="2767411" y="4704965"/>
            <a:ext cx="716934" cy="380217"/>
            <a:chOff x="713225" y="-185425"/>
            <a:chExt cx="1484950" cy="787525"/>
          </a:xfrm>
        </p:grpSpPr>
        <p:sp>
          <p:nvSpPr>
            <p:cNvPr id="71" name="Google Shape;71;p49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9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9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9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9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9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9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9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9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9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9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9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9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9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9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9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9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9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49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90" name="Google Shape;90;p49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1" name="Google Shape;91;p49"/>
            <p:cNvSpPr/>
            <p:nvPr/>
          </p:nvSpPr>
          <p:spPr>
            <a:xfrm>
              <a:off x="8744600" y="16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7"/>
          <p:cNvSpPr txBox="1"/>
          <p:nvPr>
            <p:ph type="title"/>
          </p:nvPr>
        </p:nvSpPr>
        <p:spPr>
          <a:xfrm>
            <a:off x="713225" y="539500"/>
            <a:ext cx="24021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1" type="subTitle"/>
          </p:nvPr>
        </p:nvSpPr>
        <p:spPr>
          <a:xfrm>
            <a:off x="713225" y="1591600"/>
            <a:ext cx="24021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57"/>
          <p:cNvSpPr/>
          <p:nvPr>
            <p:ph idx="2" type="pic"/>
          </p:nvPr>
        </p:nvSpPr>
        <p:spPr>
          <a:xfrm>
            <a:off x="713225" y="2953775"/>
            <a:ext cx="2801100" cy="16503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7"/>
          <p:cNvSpPr/>
          <p:nvPr>
            <p:ph idx="3" type="pic"/>
          </p:nvPr>
        </p:nvSpPr>
        <p:spPr>
          <a:xfrm>
            <a:off x="5629675" y="539500"/>
            <a:ext cx="2801100" cy="22857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7"/>
          <p:cNvSpPr/>
          <p:nvPr>
            <p:ph idx="4" type="pic"/>
          </p:nvPr>
        </p:nvSpPr>
        <p:spPr>
          <a:xfrm>
            <a:off x="3671775" y="2953775"/>
            <a:ext cx="4740300" cy="16503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7"/>
          <p:cNvSpPr/>
          <p:nvPr>
            <p:ph idx="5" type="pic"/>
          </p:nvPr>
        </p:nvSpPr>
        <p:spPr>
          <a:xfrm>
            <a:off x="3167925" y="539500"/>
            <a:ext cx="2304300" cy="22857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99" name="Google Shape;99;p57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5548578" y="3661938"/>
            <a:ext cx="3484151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63899" y="-1778447"/>
            <a:ext cx="3904127" cy="405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4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54"/>
          <p:cNvGrpSpPr/>
          <p:nvPr/>
        </p:nvGrpSpPr>
        <p:grpSpPr>
          <a:xfrm>
            <a:off x="165600" y="4744350"/>
            <a:ext cx="8813100" cy="233700"/>
            <a:chOff x="165600" y="4744350"/>
            <a:chExt cx="8813100" cy="233700"/>
          </a:xfrm>
        </p:grpSpPr>
        <p:sp>
          <p:nvSpPr>
            <p:cNvPr id="104" name="Google Shape;104;p54"/>
            <p:cNvSpPr/>
            <p:nvPr/>
          </p:nvSpPr>
          <p:spPr>
            <a:xfrm rot="-5400000">
              <a:off x="4455300" y="454650"/>
              <a:ext cx="233700" cy="88131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54"/>
            <p:cNvSpPr/>
            <p:nvPr/>
          </p:nvSpPr>
          <p:spPr>
            <a:xfrm rot="-5400000">
              <a:off x="7176000" y="42847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06" name="Google Shape;106;p54"/>
          <p:cNvSpPr/>
          <p:nvPr/>
        </p:nvSpPr>
        <p:spPr>
          <a:xfrm>
            <a:off x="235977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4"/>
          <p:cNvSpPr/>
          <p:nvPr/>
        </p:nvSpPr>
        <p:spPr>
          <a:xfrm>
            <a:off x="165600" y="165450"/>
            <a:ext cx="306900" cy="306900"/>
          </a:xfrm>
          <a:prstGeom prst="mathMultiply">
            <a:avLst>
              <a:gd fmla="val 0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4"/>
          <p:cNvSpPr/>
          <p:nvPr/>
        </p:nvSpPr>
        <p:spPr>
          <a:xfrm>
            <a:off x="478552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4"/>
          <p:cNvSpPr/>
          <p:nvPr/>
        </p:nvSpPr>
        <p:spPr>
          <a:xfrm>
            <a:off x="721127" y="235802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4"/>
          <p:cNvSpPr/>
          <p:nvPr/>
        </p:nvSpPr>
        <p:spPr>
          <a:xfrm rot="-8100000">
            <a:off x="766461" y="263602"/>
            <a:ext cx="75519" cy="75943"/>
          </a:xfrm>
          <a:prstGeom prst="halfFrame">
            <a:avLst>
              <a:gd fmla="val 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4"/>
          <p:cNvCxnSpPr/>
          <p:nvPr/>
        </p:nvCxnSpPr>
        <p:spPr>
          <a:xfrm>
            <a:off x="498502" y="318927"/>
            <a:ext cx="1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13" name="Google Shape;11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54626" y="-2064397"/>
            <a:ext cx="3904127" cy="4056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54"/>
          <p:cNvGrpSpPr/>
          <p:nvPr/>
        </p:nvGrpSpPr>
        <p:grpSpPr>
          <a:xfrm>
            <a:off x="-583423" y="2732537"/>
            <a:ext cx="1303432" cy="1303432"/>
            <a:chOff x="-146075" y="3670850"/>
            <a:chExt cx="2493175" cy="2493175"/>
          </a:xfrm>
        </p:grpSpPr>
        <p:sp>
          <p:nvSpPr>
            <p:cNvPr id="115" name="Google Shape;115;p54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4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4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4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013078" y="-2262716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833827" y="-1819987"/>
            <a:ext cx="3484151" cy="36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4"/>
          <p:cNvSpPr txBox="1"/>
          <p:nvPr>
            <p:ph type="title"/>
          </p:nvPr>
        </p:nvSpPr>
        <p:spPr>
          <a:xfrm>
            <a:off x="1292250" y="1711275"/>
            <a:ext cx="6559500" cy="1930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23" name="Google Shape;123;p64"/>
          <p:cNvGrpSpPr/>
          <p:nvPr/>
        </p:nvGrpSpPr>
        <p:grpSpPr>
          <a:xfrm rot="5400000">
            <a:off x="8884902" y="3797750"/>
            <a:ext cx="352108" cy="1260383"/>
            <a:chOff x="8254727" y="-90700"/>
            <a:chExt cx="352108" cy="1260383"/>
          </a:xfrm>
        </p:grpSpPr>
        <p:sp>
          <p:nvSpPr>
            <p:cNvPr id="124" name="Google Shape;124;p64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4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4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64"/>
          <p:cNvGrpSpPr/>
          <p:nvPr/>
        </p:nvGrpSpPr>
        <p:grpSpPr>
          <a:xfrm>
            <a:off x="-583423" y="539512"/>
            <a:ext cx="1303432" cy="1303432"/>
            <a:chOff x="-146075" y="3670850"/>
            <a:chExt cx="2493175" cy="2493175"/>
          </a:xfrm>
        </p:grpSpPr>
        <p:sp>
          <p:nvSpPr>
            <p:cNvPr id="128" name="Google Shape;128;p64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4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4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4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" name="Google Shape;132;p6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-366339" y="4038425"/>
            <a:ext cx="4954325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43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4586698" y="3663800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3"/>
          <p:cNvPicPr preferRelativeResize="0"/>
          <p:nvPr/>
        </p:nvPicPr>
        <p:blipFill rotWithShape="1">
          <a:blip r:embed="rId3">
            <a:alphaModFix/>
          </a:blip>
          <a:srcRect b="2954" l="0" r="0" t="2963"/>
          <a:stretch/>
        </p:blipFill>
        <p:spPr>
          <a:xfrm>
            <a:off x="7015175" y="4001741"/>
            <a:ext cx="2128823" cy="213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218373" y="-1893241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03" y="-1450512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43"/>
          <p:cNvGrpSpPr/>
          <p:nvPr/>
        </p:nvGrpSpPr>
        <p:grpSpPr>
          <a:xfrm>
            <a:off x="8216127" y="0"/>
            <a:ext cx="352108" cy="1260383"/>
            <a:chOff x="8254727" y="-90700"/>
            <a:chExt cx="352108" cy="1260383"/>
          </a:xfrm>
        </p:grpSpPr>
        <p:sp>
          <p:nvSpPr>
            <p:cNvPr id="139" name="Google Shape;139;p43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3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3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43"/>
          <p:cNvGrpSpPr/>
          <p:nvPr/>
        </p:nvGrpSpPr>
        <p:grpSpPr>
          <a:xfrm>
            <a:off x="534336" y="4579515"/>
            <a:ext cx="716934" cy="380217"/>
            <a:chOff x="713225" y="-185425"/>
            <a:chExt cx="1484950" cy="787525"/>
          </a:xfrm>
        </p:grpSpPr>
        <p:sp>
          <p:nvSpPr>
            <p:cNvPr id="143" name="Google Shape;143;p43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3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3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3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3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3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3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3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3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3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3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3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3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3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3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3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3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3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43"/>
          <p:cNvGrpSpPr/>
          <p:nvPr/>
        </p:nvGrpSpPr>
        <p:grpSpPr>
          <a:xfrm rot="5400000">
            <a:off x="20625" y="4674998"/>
            <a:ext cx="436989" cy="189261"/>
            <a:chOff x="713225" y="4487573"/>
            <a:chExt cx="436989" cy="189261"/>
          </a:xfrm>
        </p:grpSpPr>
        <p:sp>
          <p:nvSpPr>
            <p:cNvPr id="162" name="Google Shape;162;p43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3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43"/>
          <p:cNvSpPr txBox="1"/>
          <p:nvPr>
            <p:ph type="ctrTitle"/>
          </p:nvPr>
        </p:nvSpPr>
        <p:spPr>
          <a:xfrm>
            <a:off x="1740225" y="1301025"/>
            <a:ext cx="5663400" cy="1951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5" name="Google Shape;165;p43"/>
          <p:cNvSpPr txBox="1"/>
          <p:nvPr>
            <p:ph idx="1" type="subTitle"/>
          </p:nvPr>
        </p:nvSpPr>
        <p:spPr>
          <a:xfrm>
            <a:off x="1740225" y="3343550"/>
            <a:ext cx="4381800" cy="475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5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45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169" name="Google Shape;169;p45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5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5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5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5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" name="Google Shape;174;p45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" name="Google Shape;175;p4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45"/>
          <p:cNvSpPr txBox="1"/>
          <p:nvPr>
            <p:ph idx="2" type="title"/>
          </p:nvPr>
        </p:nvSpPr>
        <p:spPr>
          <a:xfrm>
            <a:off x="1201550" y="1555234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7" name="Google Shape;177;p45"/>
          <p:cNvSpPr txBox="1"/>
          <p:nvPr>
            <p:ph idx="3" type="title"/>
          </p:nvPr>
        </p:nvSpPr>
        <p:spPr>
          <a:xfrm>
            <a:off x="4675750" y="155522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8" name="Google Shape;178;p45"/>
          <p:cNvSpPr txBox="1"/>
          <p:nvPr>
            <p:ph idx="4" type="title"/>
          </p:nvPr>
        </p:nvSpPr>
        <p:spPr>
          <a:xfrm>
            <a:off x="1201550" y="257087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" name="Google Shape;179;p45"/>
          <p:cNvSpPr txBox="1"/>
          <p:nvPr>
            <p:ph idx="5" type="title"/>
          </p:nvPr>
        </p:nvSpPr>
        <p:spPr>
          <a:xfrm>
            <a:off x="4675750" y="257087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45"/>
          <p:cNvSpPr txBox="1"/>
          <p:nvPr>
            <p:ph idx="6" type="title"/>
          </p:nvPr>
        </p:nvSpPr>
        <p:spPr>
          <a:xfrm>
            <a:off x="1201550" y="3586524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1" name="Google Shape;181;p45"/>
          <p:cNvSpPr txBox="1"/>
          <p:nvPr>
            <p:ph idx="7" type="title"/>
          </p:nvPr>
        </p:nvSpPr>
        <p:spPr>
          <a:xfrm>
            <a:off x="4675750" y="358652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2" name="Google Shape;182;p45"/>
          <p:cNvSpPr txBox="1"/>
          <p:nvPr>
            <p:ph idx="1" type="subTitle"/>
          </p:nvPr>
        </p:nvSpPr>
        <p:spPr>
          <a:xfrm>
            <a:off x="1936250" y="15552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3" name="Google Shape;183;p45"/>
          <p:cNvSpPr txBox="1"/>
          <p:nvPr>
            <p:ph idx="8" type="subTitle"/>
          </p:nvPr>
        </p:nvSpPr>
        <p:spPr>
          <a:xfrm>
            <a:off x="1936250" y="257087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4" name="Google Shape;184;p45"/>
          <p:cNvSpPr txBox="1"/>
          <p:nvPr>
            <p:ph idx="9" type="subTitle"/>
          </p:nvPr>
        </p:nvSpPr>
        <p:spPr>
          <a:xfrm>
            <a:off x="1936250" y="35865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13" type="subTitle"/>
          </p:nvPr>
        </p:nvSpPr>
        <p:spPr>
          <a:xfrm>
            <a:off x="5410450" y="15552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6" name="Google Shape;186;p45"/>
          <p:cNvSpPr txBox="1"/>
          <p:nvPr>
            <p:ph idx="14" type="subTitle"/>
          </p:nvPr>
        </p:nvSpPr>
        <p:spPr>
          <a:xfrm>
            <a:off x="5410450" y="257087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7" name="Google Shape;187;p45"/>
          <p:cNvSpPr txBox="1"/>
          <p:nvPr>
            <p:ph idx="15" type="subTitle"/>
          </p:nvPr>
        </p:nvSpPr>
        <p:spPr>
          <a:xfrm>
            <a:off x="5410450" y="35865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188" name="Google Shape;188;p45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7551772" y="3718088"/>
            <a:ext cx="3215149" cy="3340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5"/>
          <p:cNvGrpSpPr/>
          <p:nvPr/>
        </p:nvGrpSpPr>
        <p:grpSpPr>
          <a:xfrm>
            <a:off x="7281727" y="-763938"/>
            <a:ext cx="1303432" cy="1303432"/>
            <a:chOff x="-146075" y="3670850"/>
            <a:chExt cx="2493175" cy="2493175"/>
          </a:xfrm>
        </p:grpSpPr>
        <p:sp>
          <p:nvSpPr>
            <p:cNvPr id="190" name="Google Shape;190;p45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5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5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5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45"/>
          <p:cNvGrpSpPr/>
          <p:nvPr/>
        </p:nvGrpSpPr>
        <p:grpSpPr>
          <a:xfrm rot="5400000">
            <a:off x="112377" y="3973800"/>
            <a:ext cx="352108" cy="1260383"/>
            <a:chOff x="8254727" y="-90700"/>
            <a:chExt cx="352108" cy="1260383"/>
          </a:xfrm>
        </p:grpSpPr>
        <p:sp>
          <p:nvSpPr>
            <p:cNvPr id="195" name="Google Shape;195;p45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5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5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 txBox="1"/>
          <p:nvPr>
            <p:ph type="title"/>
          </p:nvPr>
        </p:nvSpPr>
        <p:spPr>
          <a:xfrm>
            <a:off x="4047175" y="2977300"/>
            <a:ext cx="4383600" cy="1626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47"/>
          <p:cNvSpPr txBox="1"/>
          <p:nvPr>
            <p:ph idx="2" type="title"/>
          </p:nvPr>
        </p:nvSpPr>
        <p:spPr>
          <a:xfrm>
            <a:off x="4047175" y="53950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47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02" name="Google Shape;202;p47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6593928" y="-1917725"/>
            <a:ext cx="3484151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48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206" name="Google Shape;206;p48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8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8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8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8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48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2" name="Google Shape;212;p4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48"/>
          <p:cNvSpPr txBox="1"/>
          <p:nvPr>
            <p:ph idx="1" type="subTitle"/>
          </p:nvPr>
        </p:nvSpPr>
        <p:spPr>
          <a:xfrm>
            <a:off x="4966920" y="2701625"/>
            <a:ext cx="28188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2" type="subTitle"/>
          </p:nvPr>
        </p:nvSpPr>
        <p:spPr>
          <a:xfrm>
            <a:off x="1358275" y="2701625"/>
            <a:ext cx="28188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3" type="subTitle"/>
          </p:nvPr>
        </p:nvSpPr>
        <p:spPr>
          <a:xfrm>
            <a:off x="1358275" y="2305925"/>
            <a:ext cx="2818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16" name="Google Shape;216;p48"/>
          <p:cNvSpPr txBox="1"/>
          <p:nvPr>
            <p:ph idx="4" type="subTitle"/>
          </p:nvPr>
        </p:nvSpPr>
        <p:spPr>
          <a:xfrm>
            <a:off x="4966914" y="2305925"/>
            <a:ext cx="2818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17" name="Google Shape;21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85728" y="790050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48"/>
          <p:cNvGrpSpPr/>
          <p:nvPr/>
        </p:nvGrpSpPr>
        <p:grpSpPr>
          <a:xfrm rot="-5400000">
            <a:off x="8878127" y="-90700"/>
            <a:ext cx="352108" cy="1260383"/>
            <a:chOff x="8254727" y="-90700"/>
            <a:chExt cx="352108" cy="1260383"/>
          </a:xfrm>
        </p:grpSpPr>
        <p:sp>
          <p:nvSpPr>
            <p:cNvPr id="219" name="Google Shape;219;p48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8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8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48"/>
          <p:cNvGrpSpPr/>
          <p:nvPr/>
        </p:nvGrpSpPr>
        <p:grpSpPr>
          <a:xfrm rot="10800000">
            <a:off x="713225" y="4509373"/>
            <a:ext cx="436989" cy="189261"/>
            <a:chOff x="713225" y="4487573"/>
            <a:chExt cx="436989" cy="189261"/>
          </a:xfrm>
        </p:grpSpPr>
        <p:sp>
          <p:nvSpPr>
            <p:cNvPr id="223" name="Google Shape;223;p48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8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0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50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228" name="Google Shape;228;p50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0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0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0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0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p50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4" name="Google Shape;234;p5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" name="Google Shape;235;p50"/>
          <p:cNvSpPr txBox="1"/>
          <p:nvPr>
            <p:ph idx="1" type="subTitle"/>
          </p:nvPr>
        </p:nvSpPr>
        <p:spPr>
          <a:xfrm>
            <a:off x="1133926" y="1666975"/>
            <a:ext cx="31158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50"/>
          <p:cNvSpPr txBox="1"/>
          <p:nvPr>
            <p:ph idx="2" type="subTitle"/>
          </p:nvPr>
        </p:nvSpPr>
        <p:spPr>
          <a:xfrm>
            <a:off x="4894256" y="1666975"/>
            <a:ext cx="31158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50"/>
          <p:cNvSpPr txBox="1"/>
          <p:nvPr>
            <p:ph idx="3" type="subTitle"/>
          </p:nvPr>
        </p:nvSpPr>
        <p:spPr>
          <a:xfrm>
            <a:off x="1133925" y="3396200"/>
            <a:ext cx="31158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50"/>
          <p:cNvSpPr txBox="1"/>
          <p:nvPr>
            <p:ph idx="4" type="subTitle"/>
          </p:nvPr>
        </p:nvSpPr>
        <p:spPr>
          <a:xfrm>
            <a:off x="4894256" y="3396200"/>
            <a:ext cx="31158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50"/>
          <p:cNvSpPr txBox="1"/>
          <p:nvPr>
            <p:ph idx="5" type="subTitle"/>
          </p:nvPr>
        </p:nvSpPr>
        <p:spPr>
          <a:xfrm>
            <a:off x="1133926" y="12712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0" name="Google Shape;240;p50"/>
          <p:cNvSpPr txBox="1"/>
          <p:nvPr>
            <p:ph idx="6" type="subTitle"/>
          </p:nvPr>
        </p:nvSpPr>
        <p:spPr>
          <a:xfrm>
            <a:off x="1133926" y="30081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1" name="Google Shape;241;p50"/>
          <p:cNvSpPr txBox="1"/>
          <p:nvPr>
            <p:ph idx="7" type="subTitle"/>
          </p:nvPr>
        </p:nvSpPr>
        <p:spPr>
          <a:xfrm>
            <a:off x="4894230" y="12712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idx="8" type="subTitle"/>
          </p:nvPr>
        </p:nvSpPr>
        <p:spPr>
          <a:xfrm>
            <a:off x="4894230" y="30081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43" name="Google Shape;243;p50"/>
          <p:cNvGrpSpPr/>
          <p:nvPr/>
        </p:nvGrpSpPr>
        <p:grpSpPr>
          <a:xfrm>
            <a:off x="-590198" y="1743187"/>
            <a:ext cx="1303432" cy="1303432"/>
            <a:chOff x="-146075" y="3670850"/>
            <a:chExt cx="2493175" cy="2493175"/>
          </a:xfrm>
        </p:grpSpPr>
        <p:sp>
          <p:nvSpPr>
            <p:cNvPr id="244" name="Google Shape;244;p50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50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0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0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8" name="Google Shape;248;p50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7820903" y="2015313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50"/>
          <p:cNvGrpSpPr/>
          <p:nvPr/>
        </p:nvGrpSpPr>
        <p:grpSpPr>
          <a:xfrm rot="5400000">
            <a:off x="8306900" y="663373"/>
            <a:ext cx="436989" cy="189261"/>
            <a:chOff x="713225" y="4487573"/>
            <a:chExt cx="436989" cy="189261"/>
          </a:xfrm>
        </p:grpSpPr>
        <p:sp>
          <p:nvSpPr>
            <p:cNvPr id="250" name="Google Shape;250;p50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50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51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255" name="Google Shape;255;p51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6" name="Google Shape;256;p51"/>
            <p:cNvSpPr/>
            <p:nvPr/>
          </p:nvSpPr>
          <p:spPr>
            <a:xfrm>
              <a:off x="8744600" y="267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7" name="Google Shape;257;p5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8" name="Google Shape;258;p51"/>
          <p:cNvSpPr txBox="1"/>
          <p:nvPr>
            <p:ph idx="1" type="subTitle"/>
          </p:nvPr>
        </p:nvSpPr>
        <p:spPr>
          <a:xfrm>
            <a:off x="72000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51"/>
          <p:cNvSpPr txBox="1"/>
          <p:nvPr>
            <p:ph idx="2" type="subTitle"/>
          </p:nvPr>
        </p:nvSpPr>
        <p:spPr>
          <a:xfrm>
            <a:off x="345525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51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5" type="subTitle"/>
          </p:nvPr>
        </p:nvSpPr>
        <p:spPr>
          <a:xfrm>
            <a:off x="619050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3" name="Google Shape;263;p51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51"/>
          <p:cNvSpPr txBox="1"/>
          <p:nvPr>
            <p:ph idx="7" type="subTitle"/>
          </p:nvPr>
        </p:nvSpPr>
        <p:spPr>
          <a:xfrm>
            <a:off x="720000" y="1132400"/>
            <a:ext cx="2233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5" name="Google Shape;265;p51"/>
          <p:cNvSpPr txBox="1"/>
          <p:nvPr>
            <p:ph idx="8" type="subTitle"/>
          </p:nvPr>
        </p:nvSpPr>
        <p:spPr>
          <a:xfrm>
            <a:off x="3455250" y="1132400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6" name="Google Shape;266;p51"/>
          <p:cNvSpPr txBox="1"/>
          <p:nvPr>
            <p:ph idx="9" type="subTitle"/>
          </p:nvPr>
        </p:nvSpPr>
        <p:spPr>
          <a:xfrm>
            <a:off x="6190500" y="1132400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7" name="Google Shape;267;p51"/>
          <p:cNvSpPr txBox="1"/>
          <p:nvPr>
            <p:ph idx="13" type="subTitle"/>
          </p:nvPr>
        </p:nvSpPr>
        <p:spPr>
          <a:xfrm>
            <a:off x="720000" y="2968549"/>
            <a:ext cx="2233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8" name="Google Shape;268;p51"/>
          <p:cNvSpPr txBox="1"/>
          <p:nvPr>
            <p:ph idx="14" type="subTitle"/>
          </p:nvPr>
        </p:nvSpPr>
        <p:spPr>
          <a:xfrm>
            <a:off x="3455250" y="2968555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9" name="Google Shape;269;p51"/>
          <p:cNvSpPr txBox="1"/>
          <p:nvPr>
            <p:ph idx="15" type="subTitle"/>
          </p:nvPr>
        </p:nvSpPr>
        <p:spPr>
          <a:xfrm>
            <a:off x="6190500" y="2968555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70" name="Google Shape;27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5003" y="-2325687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51"/>
          <p:cNvGrpSpPr/>
          <p:nvPr/>
        </p:nvGrpSpPr>
        <p:grpSpPr>
          <a:xfrm>
            <a:off x="537177" y="4603850"/>
            <a:ext cx="352108" cy="1260383"/>
            <a:chOff x="8254727" y="-90700"/>
            <a:chExt cx="352108" cy="1260383"/>
          </a:xfrm>
        </p:grpSpPr>
        <p:sp>
          <p:nvSpPr>
            <p:cNvPr id="272" name="Google Shape;272;p51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1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1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2"/>
          <p:cNvSpPr txBox="1"/>
          <p:nvPr>
            <p:ph type="title"/>
          </p:nvPr>
        </p:nvSpPr>
        <p:spPr>
          <a:xfrm>
            <a:off x="2825688" y="1960613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52"/>
          <p:cNvSpPr txBox="1"/>
          <p:nvPr>
            <p:ph idx="1" type="subTitle"/>
          </p:nvPr>
        </p:nvSpPr>
        <p:spPr>
          <a:xfrm>
            <a:off x="2834150" y="2770388"/>
            <a:ext cx="34842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52"/>
          <p:cNvSpPr txBox="1"/>
          <p:nvPr>
            <p:ph idx="2" type="title"/>
          </p:nvPr>
        </p:nvSpPr>
        <p:spPr>
          <a:xfrm>
            <a:off x="713213" y="539489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52"/>
          <p:cNvSpPr txBox="1"/>
          <p:nvPr>
            <p:ph idx="3" type="subTitle"/>
          </p:nvPr>
        </p:nvSpPr>
        <p:spPr>
          <a:xfrm>
            <a:off x="713225" y="1349275"/>
            <a:ext cx="34926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52"/>
          <p:cNvSpPr txBox="1"/>
          <p:nvPr>
            <p:ph idx="4" type="title"/>
          </p:nvPr>
        </p:nvSpPr>
        <p:spPr>
          <a:xfrm>
            <a:off x="4938163" y="3381725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52"/>
          <p:cNvSpPr txBox="1"/>
          <p:nvPr>
            <p:ph idx="5" type="subTitle"/>
          </p:nvPr>
        </p:nvSpPr>
        <p:spPr>
          <a:xfrm>
            <a:off x="4938175" y="4191499"/>
            <a:ext cx="34926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 txBox="1"/>
          <p:nvPr>
            <p:ph hasCustomPrompt="1" type="title"/>
          </p:nvPr>
        </p:nvSpPr>
        <p:spPr>
          <a:xfrm>
            <a:off x="2468875" y="1676150"/>
            <a:ext cx="4546500" cy="1293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4" name="Google Shape;284;p53"/>
          <p:cNvSpPr txBox="1"/>
          <p:nvPr>
            <p:ph idx="1" type="subTitle"/>
          </p:nvPr>
        </p:nvSpPr>
        <p:spPr>
          <a:xfrm>
            <a:off x="2128650" y="3042675"/>
            <a:ext cx="4366800" cy="4971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285" name="Google Shape;285;p53"/>
          <p:cNvPicPr preferRelativeResize="0"/>
          <p:nvPr/>
        </p:nvPicPr>
        <p:blipFill rotWithShape="1">
          <a:blip r:embed="rId2">
            <a:alphaModFix/>
          </a:blip>
          <a:srcRect b="2954" l="0" r="0" t="2963"/>
          <a:stretch/>
        </p:blipFill>
        <p:spPr>
          <a:xfrm>
            <a:off x="6835612" y="4109041"/>
            <a:ext cx="2128823" cy="213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-1395752" y="3443038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12498" y="1392084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5448" y="-2834295"/>
            <a:ext cx="4954325" cy="51478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53"/>
          <p:cNvGrpSpPr/>
          <p:nvPr/>
        </p:nvGrpSpPr>
        <p:grpSpPr>
          <a:xfrm rot="5400000">
            <a:off x="1167352" y="-90700"/>
            <a:ext cx="352108" cy="1260383"/>
            <a:chOff x="8254727" y="-90700"/>
            <a:chExt cx="352108" cy="1260383"/>
          </a:xfrm>
        </p:grpSpPr>
        <p:sp>
          <p:nvSpPr>
            <p:cNvPr id="290" name="Google Shape;290;p53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3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3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5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5"/>
          <p:cNvSpPr/>
          <p:nvPr/>
        </p:nvSpPr>
        <p:spPr>
          <a:xfrm>
            <a:off x="1010000" y="284425"/>
            <a:ext cx="182100" cy="166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9CA24">
              <a:alpha val="45882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6" name="Google Shape;296;p55"/>
          <p:cNvSpPr/>
          <p:nvPr/>
        </p:nvSpPr>
        <p:spPr>
          <a:xfrm>
            <a:off x="1284232" y="283400"/>
            <a:ext cx="173400" cy="166200"/>
          </a:xfrm>
          <a:prstGeom prst="heart">
            <a:avLst/>
          </a:prstGeom>
          <a:solidFill>
            <a:srgbClr val="EA4EE3">
              <a:alpha val="6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7" name="Google Shape;297;p5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55"/>
          <p:cNvSpPr/>
          <p:nvPr/>
        </p:nvSpPr>
        <p:spPr>
          <a:xfrm>
            <a:off x="1572388" y="285450"/>
            <a:ext cx="6561600" cy="164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99" name="Google Shape;299;p55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-2441347" y="2713163"/>
            <a:ext cx="3484151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6378" y="836700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5"/>
          <p:cNvGrpSpPr/>
          <p:nvPr/>
        </p:nvGrpSpPr>
        <p:grpSpPr>
          <a:xfrm rot="-5400000">
            <a:off x="8885052" y="305950"/>
            <a:ext cx="352108" cy="1260383"/>
            <a:chOff x="8254727" y="-90700"/>
            <a:chExt cx="352108" cy="1260383"/>
          </a:xfrm>
        </p:grpSpPr>
        <p:sp>
          <p:nvSpPr>
            <p:cNvPr id="302" name="Google Shape;302;p55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5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55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6"/>
          <p:cNvSpPr txBox="1"/>
          <p:nvPr>
            <p:ph type="title"/>
          </p:nvPr>
        </p:nvSpPr>
        <p:spPr>
          <a:xfrm>
            <a:off x="3889175" y="92560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" name="Google Shape;307;p56"/>
          <p:cNvSpPr txBox="1"/>
          <p:nvPr>
            <p:ph idx="1" type="subTitle"/>
          </p:nvPr>
        </p:nvSpPr>
        <p:spPr>
          <a:xfrm>
            <a:off x="3889175" y="2136500"/>
            <a:ext cx="4373700" cy="20814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7737660" y="971840"/>
            <a:ext cx="4091727" cy="425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5965715" y="3147734"/>
            <a:ext cx="4332524" cy="450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-1919752" y="-1745700"/>
            <a:ext cx="4954325" cy="36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8"/>
          <p:cNvSpPr txBox="1"/>
          <p:nvPr>
            <p:ph type="title"/>
          </p:nvPr>
        </p:nvSpPr>
        <p:spPr>
          <a:xfrm>
            <a:off x="2347950" y="540000"/>
            <a:ext cx="4448100" cy="1059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3" name="Google Shape;313;p58"/>
          <p:cNvSpPr txBox="1"/>
          <p:nvPr>
            <p:ph idx="1" type="subTitle"/>
          </p:nvPr>
        </p:nvSpPr>
        <p:spPr>
          <a:xfrm>
            <a:off x="2347900" y="1773775"/>
            <a:ext cx="4123800" cy="1197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4" name="Google Shape;314;p58"/>
          <p:cNvSpPr txBox="1"/>
          <p:nvPr/>
        </p:nvSpPr>
        <p:spPr>
          <a:xfrm>
            <a:off x="2371300" y="3611950"/>
            <a:ext cx="4401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and includes icons by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and infographics &amp; images by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2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59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318" name="Google Shape;318;p59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59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59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59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9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59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59"/>
          <p:cNvSpPr txBox="1"/>
          <p:nvPr>
            <p:ph idx="1" type="body"/>
          </p:nvPr>
        </p:nvSpPr>
        <p:spPr>
          <a:xfrm>
            <a:off x="720000" y="1122425"/>
            <a:ext cx="77040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5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326" name="Google Shape;32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92951" y="4027874"/>
            <a:ext cx="2612349" cy="2714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59"/>
          <p:cNvGrpSpPr/>
          <p:nvPr/>
        </p:nvGrpSpPr>
        <p:grpSpPr>
          <a:xfrm rot="5400000">
            <a:off x="8884902" y="-90700"/>
            <a:ext cx="352108" cy="1260383"/>
            <a:chOff x="8254727" y="-90700"/>
            <a:chExt cx="352108" cy="1260383"/>
          </a:xfrm>
        </p:grpSpPr>
        <p:sp>
          <p:nvSpPr>
            <p:cNvPr id="328" name="Google Shape;328;p59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59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9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5"/>
          <p:cNvSpPr txBox="1"/>
          <p:nvPr>
            <p:ph type="title"/>
          </p:nvPr>
        </p:nvSpPr>
        <p:spPr>
          <a:xfrm>
            <a:off x="1424400" y="1373850"/>
            <a:ext cx="6295200" cy="1708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3" name="Google Shape;333;p65"/>
          <p:cNvSpPr txBox="1"/>
          <p:nvPr>
            <p:ph idx="1" type="subTitle"/>
          </p:nvPr>
        </p:nvSpPr>
        <p:spPr>
          <a:xfrm>
            <a:off x="2135550" y="3153500"/>
            <a:ext cx="4872900" cy="49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334" name="Google Shape;33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44752" y="3364330"/>
            <a:ext cx="4954325" cy="5147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6099461" y="-2032512"/>
            <a:ext cx="4954325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65"/>
          <p:cNvGrpSpPr/>
          <p:nvPr/>
        </p:nvGrpSpPr>
        <p:grpSpPr>
          <a:xfrm>
            <a:off x="534336" y="130890"/>
            <a:ext cx="716934" cy="380217"/>
            <a:chOff x="713225" y="-185425"/>
            <a:chExt cx="1484950" cy="787525"/>
          </a:xfrm>
        </p:grpSpPr>
        <p:sp>
          <p:nvSpPr>
            <p:cNvPr id="337" name="Google Shape;337;p65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65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5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5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5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5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5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65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65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65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65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5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5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5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5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5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5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5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65"/>
          <p:cNvGrpSpPr/>
          <p:nvPr/>
        </p:nvGrpSpPr>
        <p:grpSpPr>
          <a:xfrm rot="5400000">
            <a:off x="20625" y="226373"/>
            <a:ext cx="436989" cy="189261"/>
            <a:chOff x="713225" y="4487573"/>
            <a:chExt cx="436989" cy="189261"/>
          </a:xfrm>
        </p:grpSpPr>
        <p:sp>
          <p:nvSpPr>
            <p:cNvPr id="356" name="Google Shape;356;p65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5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66"/>
          <p:cNvSpPr txBox="1"/>
          <p:nvPr>
            <p:ph type="title"/>
          </p:nvPr>
        </p:nvSpPr>
        <p:spPr>
          <a:xfrm>
            <a:off x="720000" y="3935025"/>
            <a:ext cx="7704000" cy="6522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8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8"/>
          <p:cNvSpPr/>
          <p:nvPr/>
        </p:nvSpPr>
        <p:spPr>
          <a:xfrm>
            <a:off x="235977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8"/>
          <p:cNvSpPr/>
          <p:nvPr/>
        </p:nvSpPr>
        <p:spPr>
          <a:xfrm>
            <a:off x="165600" y="165450"/>
            <a:ext cx="306900" cy="306900"/>
          </a:xfrm>
          <a:prstGeom prst="mathMultiply">
            <a:avLst>
              <a:gd fmla="val 0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8"/>
          <p:cNvSpPr/>
          <p:nvPr/>
        </p:nvSpPr>
        <p:spPr>
          <a:xfrm>
            <a:off x="478552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8"/>
          <p:cNvSpPr/>
          <p:nvPr/>
        </p:nvSpPr>
        <p:spPr>
          <a:xfrm>
            <a:off x="721127" y="235802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8"/>
          <p:cNvSpPr/>
          <p:nvPr/>
        </p:nvSpPr>
        <p:spPr>
          <a:xfrm rot="-8100000">
            <a:off x="766461" y="263602"/>
            <a:ext cx="75519" cy="75943"/>
          </a:xfrm>
          <a:prstGeom prst="halfFrame">
            <a:avLst>
              <a:gd fmla="val 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68"/>
          <p:cNvCxnSpPr/>
          <p:nvPr/>
        </p:nvCxnSpPr>
        <p:spPr>
          <a:xfrm>
            <a:off x="498502" y="318927"/>
            <a:ext cx="1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0" name="Google Shape;370;p68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-531839" y="3737375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5170860" y="-2803385"/>
            <a:ext cx="4091727" cy="4251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68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373" name="Google Shape;373;p68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4" name="Google Shape;374;p68"/>
            <p:cNvSpPr/>
            <p:nvPr/>
          </p:nvSpPr>
          <p:spPr>
            <a:xfrm>
              <a:off x="8744600" y="267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p69"/>
          <p:cNvGrpSpPr/>
          <p:nvPr/>
        </p:nvGrpSpPr>
        <p:grpSpPr>
          <a:xfrm>
            <a:off x="8671500" y="165450"/>
            <a:ext cx="306900" cy="306900"/>
            <a:chOff x="8256675" y="165450"/>
            <a:chExt cx="306900" cy="306900"/>
          </a:xfrm>
        </p:grpSpPr>
        <p:sp>
          <p:nvSpPr>
            <p:cNvPr id="378" name="Google Shape;378;p69"/>
            <p:cNvSpPr/>
            <p:nvPr/>
          </p:nvSpPr>
          <p:spPr>
            <a:xfrm>
              <a:off x="83270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9"/>
            <p:cNvSpPr/>
            <p:nvPr/>
          </p:nvSpPr>
          <p:spPr>
            <a:xfrm>
              <a:off x="8256675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69"/>
          <p:cNvGrpSpPr/>
          <p:nvPr/>
        </p:nvGrpSpPr>
        <p:grpSpPr>
          <a:xfrm rot="5400000">
            <a:off x="-93023" y="3797750"/>
            <a:ext cx="352108" cy="1260383"/>
            <a:chOff x="8254727" y="-90700"/>
            <a:chExt cx="352108" cy="1260383"/>
          </a:xfrm>
        </p:grpSpPr>
        <p:sp>
          <p:nvSpPr>
            <p:cNvPr id="381" name="Google Shape;381;p69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69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9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4" name="Google Shape;384;p69"/>
          <p:cNvPicPr preferRelativeResize="0"/>
          <p:nvPr/>
        </p:nvPicPr>
        <p:blipFill rotWithShape="1">
          <a:blip r:embed="rId2">
            <a:alphaModFix/>
          </a:blip>
          <a:srcRect b="6041" l="0" r="0" t="2966"/>
          <a:stretch/>
        </p:blipFill>
        <p:spPr>
          <a:xfrm>
            <a:off x="460850" y="-1126150"/>
            <a:ext cx="2128823" cy="206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877" y="3290209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9853" y="3732938"/>
            <a:ext cx="3484151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Relationship Id="rId11" Type="http://schemas.openxmlformats.org/officeDocument/2006/relationships/image" Target="../media/image24.png"/><Relationship Id="rId10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"/>
          <p:cNvSpPr txBox="1"/>
          <p:nvPr>
            <p:ph idx="4294967295" type="ctrTitle"/>
          </p:nvPr>
        </p:nvSpPr>
        <p:spPr>
          <a:xfrm>
            <a:off x="1740225" y="1301025"/>
            <a:ext cx="5663400" cy="1951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</a:pPr>
            <a:r>
              <a:rPr b="1" i="0" lang="en" sz="4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4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4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2" name="Google Shape;392;p1"/>
          <p:cNvSpPr txBox="1"/>
          <p:nvPr>
            <p:ph idx="4294967295" type="subTitle"/>
          </p:nvPr>
        </p:nvSpPr>
        <p:spPr>
          <a:xfrm>
            <a:off x="1740225" y="3343550"/>
            <a:ext cx="4381800" cy="475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PRESENTACIÓN FINAL CAPSTONE</a:t>
            </a:r>
            <a:endParaRPr b="0" i="0" sz="18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393" name="Google Shape;393;p1"/>
          <p:cNvGrpSpPr/>
          <p:nvPr/>
        </p:nvGrpSpPr>
        <p:grpSpPr>
          <a:xfrm>
            <a:off x="6238825" y="3343550"/>
            <a:ext cx="1164950" cy="475800"/>
            <a:chOff x="5523875" y="3343550"/>
            <a:chExt cx="1164950" cy="475800"/>
          </a:xfrm>
        </p:grpSpPr>
        <p:sp>
          <p:nvSpPr>
            <p:cNvPr id="394" name="Google Shape;394;p1"/>
            <p:cNvSpPr/>
            <p:nvPr/>
          </p:nvSpPr>
          <p:spPr>
            <a:xfrm>
              <a:off x="5523875" y="3343550"/>
              <a:ext cx="1164900" cy="475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5612100" y="3428150"/>
              <a:ext cx="220500" cy="306900"/>
            </a:xfrm>
            <a:prstGeom prst="foldedCorner">
              <a:avLst>
                <a:gd fmla="val 49013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5894425" y="3428000"/>
              <a:ext cx="306900" cy="306900"/>
            </a:xfrm>
            <a:prstGeom prst="noSmoking">
              <a:avLst>
                <a:gd fmla="val 22808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" name="Google Shape;397;p1"/>
            <p:cNvCxnSpPr>
              <a:stCxn id="396" idx="6"/>
              <a:endCxn id="394" idx="3"/>
            </p:cNvCxnSpPr>
            <p:nvPr/>
          </p:nvCxnSpPr>
          <p:spPr>
            <a:xfrm>
              <a:off x="6201325" y="3581450"/>
              <a:ext cx="48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398" name="Google Shape;398;p1"/>
          <p:cNvPicPr preferRelativeResize="0"/>
          <p:nvPr/>
        </p:nvPicPr>
        <p:blipFill rotWithShape="1">
          <a:blip r:embed="rId3">
            <a:alphaModFix/>
          </a:blip>
          <a:srcRect b="34737" l="7384" r="8018" t="28455"/>
          <a:stretch/>
        </p:blipFill>
        <p:spPr>
          <a:xfrm>
            <a:off x="1740225" y="3876675"/>
            <a:ext cx="1233500" cy="195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1"/>
          <p:cNvGrpSpPr/>
          <p:nvPr/>
        </p:nvGrpSpPr>
        <p:grpSpPr>
          <a:xfrm>
            <a:off x="1740225" y="1301025"/>
            <a:ext cx="721727" cy="306900"/>
            <a:chOff x="165600" y="165450"/>
            <a:chExt cx="721727" cy="306900"/>
          </a:xfrm>
        </p:grpSpPr>
        <p:sp>
          <p:nvSpPr>
            <p:cNvPr id="400" name="Google Shape;400;p1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5" name="Google Shape;405;p1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406" name="Google Shape;40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"/>
          <p:cNvSpPr txBox="1"/>
          <p:nvPr>
            <p:ph type="title"/>
          </p:nvPr>
        </p:nvSpPr>
        <p:spPr>
          <a:xfrm>
            <a:off x="720000" y="107382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Integrantes del Proyecto</a:t>
            </a:r>
            <a:endParaRPr sz="2400"/>
          </a:p>
        </p:txBody>
      </p:sp>
      <p:graphicFrame>
        <p:nvGraphicFramePr>
          <p:cNvPr id="412" name="Google Shape;412;p2"/>
          <p:cNvGraphicFramePr/>
          <p:nvPr/>
        </p:nvGraphicFramePr>
        <p:xfrm>
          <a:off x="720000" y="176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{A209D3C5-9C95-45D1-8D11-96BDBCC2C85C}</a:tableStyleId>
              </a:tblPr>
              <a:tblGrid>
                <a:gridCol w="1807875"/>
                <a:gridCol w="1924050"/>
                <a:gridCol w="3972050"/>
              </a:tblGrid>
              <a:tr h="141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Pedro Bugueño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Cargo: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Desarrollador Frontend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Rol: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Responsable de la interfaz de usuario y usabilidad. Encargado de implementar los módulos de la aplicación como los apuntes, flashcards, pomodoros, etc. Además de realizar pruebas de usabilidad y la documentación.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Antonia Mardones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Cargo: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Desarrollador Backend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Rol: </a:t>
                      </a:r>
                      <a:r>
                        <a:rPr lang="en" sz="12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Responsable de la base de datos, lógica del sistema y seguridad. Encargado de implementar login, roles, gestión de usuarios y asignaturas.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2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14" name="Google Shape;4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"/>
          <p:cNvPicPr preferRelativeResize="0"/>
          <p:nvPr/>
        </p:nvPicPr>
        <p:blipFill rotWithShape="1">
          <a:blip r:embed="rId4">
            <a:alphaModFix/>
          </a:blip>
          <a:srcRect b="15184" l="9722" r="13419" t="4769"/>
          <a:stretch/>
        </p:blipFill>
        <p:spPr>
          <a:xfrm>
            <a:off x="944550" y="1760875"/>
            <a:ext cx="1354530" cy="141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"/>
          <p:cNvPicPr preferRelativeResize="0"/>
          <p:nvPr/>
        </p:nvPicPr>
        <p:blipFill rotWithShape="1">
          <a:blip r:embed="rId5">
            <a:alphaModFix/>
          </a:blip>
          <a:srcRect b="0" l="0" r="3992" t="0"/>
          <a:stretch/>
        </p:blipFill>
        <p:spPr>
          <a:xfrm>
            <a:off x="944550" y="3171700"/>
            <a:ext cx="1354525" cy="14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Descripción del Proyecto</a:t>
            </a:r>
            <a:endParaRPr sz="2400"/>
          </a:p>
        </p:txBody>
      </p:sp>
      <p:sp>
        <p:nvSpPr>
          <p:cNvPr id="422" name="Google Shape;422;p4"/>
          <p:cNvSpPr txBox="1"/>
          <p:nvPr>
            <p:ph idx="1" type="subTitle"/>
          </p:nvPr>
        </p:nvSpPr>
        <p:spPr>
          <a:xfrm>
            <a:off x="663450" y="1387800"/>
            <a:ext cx="8139300" cy="1989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SITUACIÓN ACTUAL: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En el contexto universitario, muchos estudiantes enfrentan dificultades para mantener hábitos de estudio efectivos y organizar su proceso de aprendizaje. Aunque existen diversas plataformas educativas, la mayoría se centra en la gestión administrativa (como tareas o sincronización de archivos), dejando de lado las herramientas que fomenten la concentración, la planificación del estudio y el seguimiento del progreso personal.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Esta falta de apoyo estructurado provoca desmotivación, baja productividad y dificultad para mantener un ritmo constante de aprendizaje.</a:t>
            </a:r>
            <a:endParaRPr/>
          </a:p>
        </p:txBody>
      </p:sp>
      <p:pic>
        <p:nvPicPr>
          <p:cNvPr id="423" name="Google Shape;4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9172" y="3214213"/>
            <a:ext cx="3215149" cy="3340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4"/>
          <p:cNvGrpSpPr/>
          <p:nvPr/>
        </p:nvGrpSpPr>
        <p:grpSpPr>
          <a:xfrm rot="-5400000">
            <a:off x="-2414" y="4479015"/>
            <a:ext cx="716934" cy="380217"/>
            <a:chOff x="713225" y="-185425"/>
            <a:chExt cx="1484950" cy="787525"/>
          </a:xfrm>
        </p:grpSpPr>
        <p:sp>
          <p:nvSpPr>
            <p:cNvPr id="425" name="Google Shape;425;p4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1266326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1266326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44" name="Google Shape;4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5804" l="0" r="0" t="5797"/>
          <a:stretch/>
        </p:blipFill>
        <p:spPr>
          <a:xfrm>
            <a:off x="6001650" y="3377300"/>
            <a:ext cx="2801100" cy="16503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c1c52d414_0_109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Descripción del Proyecto</a:t>
            </a:r>
            <a:endParaRPr sz="2400"/>
          </a:p>
        </p:txBody>
      </p:sp>
      <p:pic>
        <p:nvPicPr>
          <p:cNvPr id="451" name="Google Shape;451;g37c1c52d414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9172" y="3214213"/>
            <a:ext cx="3215149" cy="3340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g37c1c52d414_0_109"/>
          <p:cNvGrpSpPr/>
          <p:nvPr/>
        </p:nvGrpSpPr>
        <p:grpSpPr>
          <a:xfrm rot="-5400000">
            <a:off x="-2414" y="4479015"/>
            <a:ext cx="716934" cy="380217"/>
            <a:chOff x="713225" y="-185425"/>
            <a:chExt cx="1484950" cy="787525"/>
          </a:xfrm>
        </p:grpSpPr>
        <p:sp>
          <p:nvSpPr>
            <p:cNvPr id="453" name="Google Shape;453;g37c1c52d414_0_109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7c1c52d414_0_109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7c1c52d414_0_109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7c1c52d414_0_109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7c1c52d414_0_109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7c1c52d414_0_109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7c1c52d414_0_109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g37c1c52d414_0_109"/>
            <p:cNvSpPr/>
            <p:nvPr/>
          </p:nvSpPr>
          <p:spPr>
            <a:xfrm>
              <a:off x="1266326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g37c1c52d414_0_109"/>
            <p:cNvSpPr/>
            <p:nvPr/>
          </p:nvSpPr>
          <p:spPr>
            <a:xfrm>
              <a:off x="1266326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g37c1c52d414_0_109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7c1c52d414_0_109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7c1c52d414_0_109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7c1c52d414_0_109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g37c1c52d414_0_109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g37c1c52d414_0_109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g37c1c52d414_0_109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g37c1c52d414_0_109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g37c1c52d414_0_109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1" name="Google Shape;471;g37c1c52d414_0_109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72" name="Google Shape;472;g37c1c52d414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7c1c52d414_0_109"/>
          <p:cNvSpPr txBox="1"/>
          <p:nvPr>
            <p:ph idx="1" type="subTitle"/>
          </p:nvPr>
        </p:nvSpPr>
        <p:spPr>
          <a:xfrm>
            <a:off x="686525" y="1387800"/>
            <a:ext cx="8116200" cy="3132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PROPUESTA DE SOLUCIÓN: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Se propone el desarrollo de CodePaw, una plataforma web orientada a apoyar a los estudiantes en la organización y optimización de su proceso de estudio. A diferencia de las herramientas tradicionales centradas en la gestión académica, CodePaw busca fortalecer los hábitos de aprendizaje mediante la integración de recursos que favorecen la concentración, la planificación y la retención de información.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El sistema permitirá que los estudiantes líderes administren asignaturas, mientras que los colaboradores participen en los espacios definidos. CodePaw busca potenciar los hábitos de estudio mediante una interfaz sencilla, modular y adaptable, ofreciendo un espacio digital que fomente la constancia, la organización y la colaboración entre estudiantes.</a:t>
            </a:r>
            <a:endParaRPr/>
          </a:p>
        </p:txBody>
      </p:sp>
      <p:pic>
        <p:nvPicPr>
          <p:cNvPr id="474" name="Google Shape;474;g37c1c52d414_0_109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23905" l="0" r="0" t="23899"/>
          <a:stretch/>
        </p:blipFill>
        <p:spPr>
          <a:xfrm>
            <a:off x="4592300" y="3561750"/>
            <a:ext cx="4210500" cy="1465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"/>
          <p:cNvSpPr txBox="1"/>
          <p:nvPr>
            <p:ph idx="4" type="subTitle"/>
          </p:nvPr>
        </p:nvSpPr>
        <p:spPr>
          <a:xfrm>
            <a:off x="828825" y="2149492"/>
            <a:ext cx="22404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480" name="Google Shape;480;p7"/>
          <p:cNvSpPr txBox="1"/>
          <p:nvPr>
            <p:ph idx="5" type="subTitle"/>
          </p:nvPr>
        </p:nvSpPr>
        <p:spPr>
          <a:xfrm>
            <a:off x="3378531" y="2168390"/>
            <a:ext cx="3330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481" name="Google Shape;481;p7"/>
          <p:cNvSpPr txBox="1"/>
          <p:nvPr>
            <p:ph idx="1" type="subTitle"/>
          </p:nvPr>
        </p:nvSpPr>
        <p:spPr>
          <a:xfrm>
            <a:off x="828825" y="2497232"/>
            <a:ext cx="23388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Desarrollar una plataforma web que apoye a los estudiantes universitarios en la organización y optimización de su proceso de estudio, mediante herramientas que fomenten la concentración, la planificación y la consolidación de hábitos de aprendizaje efectivos en un entorno digital colaborativo.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2" name="Google Shape;482;p7"/>
          <p:cNvSpPr txBox="1"/>
          <p:nvPr>
            <p:ph idx="2" type="subTitle"/>
          </p:nvPr>
        </p:nvSpPr>
        <p:spPr>
          <a:xfrm>
            <a:off x="3167625" y="2561825"/>
            <a:ext cx="27087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Levantar, analizar, documentar y validar los requerimientos.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Incorporar un sistema de autenticación con roles diferenciados.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grpSp>
        <p:nvGrpSpPr>
          <p:cNvPr id="483" name="Google Shape;483;p7"/>
          <p:cNvGrpSpPr/>
          <p:nvPr/>
        </p:nvGrpSpPr>
        <p:grpSpPr>
          <a:xfrm>
            <a:off x="7029728" y="1560793"/>
            <a:ext cx="455409" cy="471931"/>
            <a:chOff x="4824015" y="2089272"/>
            <a:chExt cx="341156" cy="353506"/>
          </a:xfrm>
        </p:grpSpPr>
        <p:sp>
          <p:nvSpPr>
            <p:cNvPr id="484" name="Google Shape;484;p7"/>
            <p:cNvSpPr/>
            <p:nvPr/>
          </p:nvSpPr>
          <p:spPr>
            <a:xfrm>
              <a:off x="4824015" y="2089272"/>
              <a:ext cx="341156" cy="353506"/>
            </a:xfrm>
            <a:custGeom>
              <a:rect b="b" l="l" r="r" t="t"/>
              <a:pathLst>
                <a:path extrusionOk="0" h="14112" w="13619">
                  <a:moveTo>
                    <a:pt x="6391" y="553"/>
                  </a:moveTo>
                  <a:cubicBezTo>
                    <a:pt x="6780" y="553"/>
                    <a:pt x="7078" y="867"/>
                    <a:pt x="7078" y="1240"/>
                  </a:cubicBezTo>
                  <a:cubicBezTo>
                    <a:pt x="7078" y="1405"/>
                    <a:pt x="7213" y="1524"/>
                    <a:pt x="7363" y="1524"/>
                  </a:cubicBezTo>
                  <a:lnTo>
                    <a:pt x="7482" y="1524"/>
                  </a:lnTo>
                  <a:cubicBezTo>
                    <a:pt x="7855" y="1524"/>
                    <a:pt x="8169" y="1823"/>
                    <a:pt x="8169" y="2211"/>
                  </a:cubicBezTo>
                  <a:lnTo>
                    <a:pt x="8169" y="3167"/>
                  </a:lnTo>
                  <a:cubicBezTo>
                    <a:pt x="7735" y="3151"/>
                    <a:pt x="7303" y="2972"/>
                    <a:pt x="7019" y="2643"/>
                  </a:cubicBezTo>
                  <a:lnTo>
                    <a:pt x="6736" y="2330"/>
                  </a:lnTo>
                  <a:cubicBezTo>
                    <a:pt x="6687" y="2273"/>
                    <a:pt x="6615" y="2246"/>
                    <a:pt x="6541" y="2246"/>
                  </a:cubicBezTo>
                  <a:cubicBezTo>
                    <a:pt x="6500" y="2246"/>
                    <a:pt x="6459" y="2254"/>
                    <a:pt x="6421" y="2271"/>
                  </a:cubicBezTo>
                  <a:lnTo>
                    <a:pt x="4794" y="3017"/>
                  </a:lnTo>
                  <a:cubicBezTo>
                    <a:pt x="4585" y="3107"/>
                    <a:pt x="4361" y="3167"/>
                    <a:pt x="4137" y="3167"/>
                  </a:cubicBezTo>
                  <a:lnTo>
                    <a:pt x="3524" y="3167"/>
                  </a:lnTo>
                  <a:lnTo>
                    <a:pt x="3524" y="2480"/>
                  </a:lnTo>
                  <a:cubicBezTo>
                    <a:pt x="3524" y="1419"/>
                    <a:pt x="4391" y="553"/>
                    <a:pt x="5451" y="553"/>
                  </a:cubicBezTo>
                  <a:close/>
                  <a:moveTo>
                    <a:pt x="6467" y="2852"/>
                  </a:moveTo>
                  <a:lnTo>
                    <a:pt x="6601" y="3017"/>
                  </a:lnTo>
                  <a:cubicBezTo>
                    <a:pt x="6959" y="3406"/>
                    <a:pt x="7452" y="3644"/>
                    <a:pt x="7974" y="3704"/>
                  </a:cubicBezTo>
                  <a:lnTo>
                    <a:pt x="7974" y="4405"/>
                  </a:lnTo>
                  <a:cubicBezTo>
                    <a:pt x="7974" y="5138"/>
                    <a:pt x="7572" y="5795"/>
                    <a:pt x="6974" y="6167"/>
                  </a:cubicBezTo>
                  <a:cubicBezTo>
                    <a:pt x="6679" y="6360"/>
                    <a:pt x="6318" y="6476"/>
                    <a:pt x="5958" y="6476"/>
                  </a:cubicBezTo>
                  <a:cubicBezTo>
                    <a:pt x="5898" y="6476"/>
                    <a:pt x="5839" y="6473"/>
                    <a:pt x="5780" y="6466"/>
                  </a:cubicBezTo>
                  <a:cubicBezTo>
                    <a:pt x="4645" y="6377"/>
                    <a:pt x="3839" y="5466"/>
                    <a:pt x="3839" y="4242"/>
                  </a:cubicBezTo>
                  <a:lnTo>
                    <a:pt x="3839" y="3704"/>
                  </a:lnTo>
                  <a:lnTo>
                    <a:pt x="4137" y="3704"/>
                  </a:lnTo>
                  <a:cubicBezTo>
                    <a:pt x="4436" y="3704"/>
                    <a:pt x="4749" y="3644"/>
                    <a:pt x="5018" y="3509"/>
                  </a:cubicBezTo>
                  <a:lnTo>
                    <a:pt x="6467" y="2852"/>
                  </a:lnTo>
                  <a:close/>
                  <a:moveTo>
                    <a:pt x="6974" y="6795"/>
                  </a:moveTo>
                  <a:lnTo>
                    <a:pt x="7168" y="7736"/>
                  </a:lnTo>
                  <a:cubicBezTo>
                    <a:pt x="7154" y="7766"/>
                    <a:pt x="7138" y="7780"/>
                    <a:pt x="7108" y="7810"/>
                  </a:cubicBezTo>
                  <a:cubicBezTo>
                    <a:pt x="6839" y="8184"/>
                    <a:pt x="6407" y="8393"/>
                    <a:pt x="5943" y="8393"/>
                  </a:cubicBezTo>
                  <a:cubicBezTo>
                    <a:pt x="5466" y="8393"/>
                    <a:pt x="5003" y="8139"/>
                    <a:pt x="4735" y="7736"/>
                  </a:cubicBezTo>
                  <a:lnTo>
                    <a:pt x="4884" y="6810"/>
                  </a:lnTo>
                  <a:cubicBezTo>
                    <a:pt x="5211" y="6956"/>
                    <a:pt x="5559" y="7027"/>
                    <a:pt x="5907" y="7027"/>
                  </a:cubicBezTo>
                  <a:cubicBezTo>
                    <a:pt x="6273" y="7027"/>
                    <a:pt x="6637" y="6948"/>
                    <a:pt x="6974" y="6795"/>
                  </a:cubicBezTo>
                  <a:close/>
                  <a:moveTo>
                    <a:pt x="7586" y="8094"/>
                  </a:moveTo>
                  <a:lnTo>
                    <a:pt x="8094" y="8214"/>
                  </a:lnTo>
                  <a:cubicBezTo>
                    <a:pt x="7646" y="8990"/>
                    <a:pt x="6855" y="9438"/>
                    <a:pt x="5959" y="9438"/>
                  </a:cubicBezTo>
                  <a:cubicBezTo>
                    <a:pt x="5063" y="9438"/>
                    <a:pt x="4271" y="8975"/>
                    <a:pt x="3809" y="8214"/>
                  </a:cubicBezTo>
                  <a:lnTo>
                    <a:pt x="4316" y="8094"/>
                  </a:lnTo>
                  <a:cubicBezTo>
                    <a:pt x="4689" y="8632"/>
                    <a:pt x="5316" y="8945"/>
                    <a:pt x="5959" y="8945"/>
                  </a:cubicBezTo>
                  <a:cubicBezTo>
                    <a:pt x="6601" y="8945"/>
                    <a:pt x="7213" y="8632"/>
                    <a:pt x="7586" y="8094"/>
                  </a:cubicBezTo>
                  <a:close/>
                  <a:moveTo>
                    <a:pt x="11275" y="9990"/>
                  </a:moveTo>
                  <a:cubicBezTo>
                    <a:pt x="12245" y="9990"/>
                    <a:pt x="13067" y="10796"/>
                    <a:pt x="13067" y="11782"/>
                  </a:cubicBezTo>
                  <a:cubicBezTo>
                    <a:pt x="13067" y="12768"/>
                    <a:pt x="12261" y="13560"/>
                    <a:pt x="11275" y="13560"/>
                  </a:cubicBezTo>
                  <a:cubicBezTo>
                    <a:pt x="10304" y="13560"/>
                    <a:pt x="9483" y="12753"/>
                    <a:pt x="9483" y="11782"/>
                  </a:cubicBezTo>
                  <a:cubicBezTo>
                    <a:pt x="9483" y="10796"/>
                    <a:pt x="10289" y="9990"/>
                    <a:pt x="11275" y="9990"/>
                  </a:cubicBezTo>
                  <a:close/>
                  <a:moveTo>
                    <a:pt x="5451" y="1"/>
                  </a:moveTo>
                  <a:cubicBezTo>
                    <a:pt x="4092" y="1"/>
                    <a:pt x="2987" y="1120"/>
                    <a:pt x="2987" y="2480"/>
                  </a:cubicBezTo>
                  <a:lnTo>
                    <a:pt x="2987" y="3435"/>
                  </a:lnTo>
                  <a:cubicBezTo>
                    <a:pt x="2987" y="3585"/>
                    <a:pt x="3106" y="3704"/>
                    <a:pt x="3256" y="3704"/>
                  </a:cubicBezTo>
                  <a:lnTo>
                    <a:pt x="3286" y="3704"/>
                  </a:lnTo>
                  <a:lnTo>
                    <a:pt x="3286" y="4242"/>
                  </a:lnTo>
                  <a:cubicBezTo>
                    <a:pt x="3286" y="4988"/>
                    <a:pt x="3540" y="5675"/>
                    <a:pt x="4002" y="6183"/>
                  </a:cubicBezTo>
                  <a:cubicBezTo>
                    <a:pt x="4122" y="6302"/>
                    <a:pt x="4241" y="6422"/>
                    <a:pt x="4376" y="6526"/>
                  </a:cubicBezTo>
                  <a:lnTo>
                    <a:pt x="4211" y="7557"/>
                  </a:lnTo>
                  <a:lnTo>
                    <a:pt x="2196" y="8035"/>
                  </a:lnTo>
                  <a:cubicBezTo>
                    <a:pt x="1613" y="8168"/>
                    <a:pt x="1076" y="8453"/>
                    <a:pt x="687" y="8871"/>
                  </a:cubicBezTo>
                  <a:cubicBezTo>
                    <a:pt x="239" y="9319"/>
                    <a:pt x="0" y="9886"/>
                    <a:pt x="0" y="10484"/>
                  </a:cubicBezTo>
                  <a:lnTo>
                    <a:pt x="0" y="12827"/>
                  </a:lnTo>
                  <a:cubicBezTo>
                    <a:pt x="0" y="12977"/>
                    <a:pt x="135" y="13096"/>
                    <a:pt x="285" y="13096"/>
                  </a:cubicBezTo>
                  <a:lnTo>
                    <a:pt x="4794" y="13096"/>
                  </a:lnTo>
                  <a:cubicBezTo>
                    <a:pt x="4944" y="13096"/>
                    <a:pt x="5063" y="12977"/>
                    <a:pt x="5063" y="12827"/>
                  </a:cubicBezTo>
                  <a:cubicBezTo>
                    <a:pt x="5063" y="12678"/>
                    <a:pt x="4944" y="12544"/>
                    <a:pt x="4794" y="12544"/>
                  </a:cubicBezTo>
                  <a:lnTo>
                    <a:pt x="2405" y="12544"/>
                  </a:lnTo>
                  <a:lnTo>
                    <a:pt x="2405" y="11364"/>
                  </a:lnTo>
                  <a:cubicBezTo>
                    <a:pt x="2405" y="11215"/>
                    <a:pt x="2270" y="11095"/>
                    <a:pt x="2121" y="11095"/>
                  </a:cubicBezTo>
                  <a:cubicBezTo>
                    <a:pt x="1971" y="11095"/>
                    <a:pt x="1852" y="11215"/>
                    <a:pt x="1852" y="11364"/>
                  </a:cubicBezTo>
                  <a:lnTo>
                    <a:pt x="1852" y="12544"/>
                  </a:lnTo>
                  <a:lnTo>
                    <a:pt x="553" y="12544"/>
                  </a:lnTo>
                  <a:lnTo>
                    <a:pt x="553" y="10484"/>
                  </a:lnTo>
                  <a:cubicBezTo>
                    <a:pt x="553" y="9751"/>
                    <a:pt x="1105" y="8841"/>
                    <a:pt x="2315" y="8572"/>
                  </a:cubicBezTo>
                  <a:lnTo>
                    <a:pt x="3256" y="8348"/>
                  </a:lnTo>
                  <a:lnTo>
                    <a:pt x="3301" y="8437"/>
                  </a:lnTo>
                  <a:cubicBezTo>
                    <a:pt x="3839" y="9408"/>
                    <a:pt x="4838" y="9990"/>
                    <a:pt x="5959" y="9990"/>
                  </a:cubicBezTo>
                  <a:cubicBezTo>
                    <a:pt x="7078" y="9990"/>
                    <a:pt x="8064" y="9408"/>
                    <a:pt x="8617" y="8437"/>
                  </a:cubicBezTo>
                  <a:lnTo>
                    <a:pt x="8661" y="8348"/>
                  </a:lnTo>
                  <a:lnTo>
                    <a:pt x="9557" y="8572"/>
                  </a:lnTo>
                  <a:cubicBezTo>
                    <a:pt x="10140" y="8721"/>
                    <a:pt x="10648" y="9050"/>
                    <a:pt x="10961" y="9453"/>
                  </a:cubicBezTo>
                  <a:cubicBezTo>
                    <a:pt x="9812" y="9617"/>
                    <a:pt x="8930" y="10633"/>
                    <a:pt x="8930" y="11782"/>
                  </a:cubicBezTo>
                  <a:cubicBezTo>
                    <a:pt x="8930" y="12036"/>
                    <a:pt x="8975" y="12305"/>
                    <a:pt x="9065" y="12544"/>
                  </a:cubicBezTo>
                  <a:lnTo>
                    <a:pt x="7213" y="12544"/>
                  </a:lnTo>
                  <a:cubicBezTo>
                    <a:pt x="7064" y="12544"/>
                    <a:pt x="6945" y="12678"/>
                    <a:pt x="6945" y="12827"/>
                  </a:cubicBezTo>
                  <a:cubicBezTo>
                    <a:pt x="6945" y="12977"/>
                    <a:pt x="7064" y="13096"/>
                    <a:pt x="7213" y="13096"/>
                  </a:cubicBezTo>
                  <a:lnTo>
                    <a:pt x="9348" y="13096"/>
                  </a:lnTo>
                  <a:cubicBezTo>
                    <a:pt x="9766" y="13709"/>
                    <a:pt x="10483" y="14111"/>
                    <a:pt x="11275" y="14111"/>
                  </a:cubicBezTo>
                  <a:cubicBezTo>
                    <a:pt x="12574" y="14111"/>
                    <a:pt x="13619" y="13066"/>
                    <a:pt x="13619" y="11782"/>
                  </a:cubicBezTo>
                  <a:cubicBezTo>
                    <a:pt x="13619" y="10603"/>
                    <a:pt x="12753" y="9632"/>
                    <a:pt x="11618" y="9468"/>
                  </a:cubicBezTo>
                  <a:cubicBezTo>
                    <a:pt x="11259" y="8796"/>
                    <a:pt x="10543" y="8258"/>
                    <a:pt x="9706" y="8035"/>
                  </a:cubicBezTo>
                  <a:lnTo>
                    <a:pt x="9692" y="8035"/>
                  </a:lnTo>
                  <a:lnTo>
                    <a:pt x="7691" y="7557"/>
                  </a:lnTo>
                  <a:lnTo>
                    <a:pt x="7526" y="6721"/>
                  </a:lnTo>
                  <a:lnTo>
                    <a:pt x="7482" y="6496"/>
                  </a:lnTo>
                  <a:cubicBezTo>
                    <a:pt x="7572" y="6422"/>
                    <a:pt x="7661" y="6347"/>
                    <a:pt x="7751" y="6257"/>
                  </a:cubicBezTo>
                  <a:cubicBezTo>
                    <a:pt x="8243" y="5749"/>
                    <a:pt x="8512" y="5108"/>
                    <a:pt x="8512" y="4405"/>
                  </a:cubicBezTo>
                  <a:lnTo>
                    <a:pt x="8512" y="3704"/>
                  </a:lnTo>
                  <a:cubicBezTo>
                    <a:pt x="8631" y="3674"/>
                    <a:pt x="8721" y="3555"/>
                    <a:pt x="8721" y="3435"/>
                  </a:cubicBezTo>
                  <a:lnTo>
                    <a:pt x="8721" y="2211"/>
                  </a:lnTo>
                  <a:cubicBezTo>
                    <a:pt x="8721" y="1568"/>
                    <a:pt x="8229" y="1031"/>
                    <a:pt x="7602" y="971"/>
                  </a:cubicBezTo>
                  <a:cubicBezTo>
                    <a:pt x="7482" y="419"/>
                    <a:pt x="6989" y="1"/>
                    <a:pt x="6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4899301" y="2184512"/>
              <a:ext cx="25075" cy="32340"/>
            </a:xfrm>
            <a:custGeom>
              <a:rect b="b" l="l" r="r" t="t"/>
              <a:pathLst>
                <a:path extrusionOk="0" h="1291" w="1001">
                  <a:moveTo>
                    <a:pt x="520" y="1"/>
                  </a:moveTo>
                  <a:cubicBezTo>
                    <a:pt x="406" y="1"/>
                    <a:pt x="303" y="68"/>
                    <a:pt x="269" y="171"/>
                  </a:cubicBezTo>
                  <a:lnTo>
                    <a:pt x="45" y="753"/>
                  </a:lnTo>
                  <a:cubicBezTo>
                    <a:pt x="0" y="872"/>
                    <a:pt x="15" y="1007"/>
                    <a:pt x="90" y="1111"/>
                  </a:cubicBezTo>
                  <a:cubicBezTo>
                    <a:pt x="164" y="1216"/>
                    <a:pt x="284" y="1290"/>
                    <a:pt x="419" y="1290"/>
                  </a:cubicBezTo>
                  <a:lnTo>
                    <a:pt x="732" y="1290"/>
                  </a:lnTo>
                  <a:cubicBezTo>
                    <a:pt x="881" y="1290"/>
                    <a:pt x="1000" y="1157"/>
                    <a:pt x="1000" y="1007"/>
                  </a:cubicBezTo>
                  <a:cubicBezTo>
                    <a:pt x="1000" y="858"/>
                    <a:pt x="881" y="738"/>
                    <a:pt x="732" y="738"/>
                  </a:cubicBezTo>
                  <a:lnTo>
                    <a:pt x="642" y="738"/>
                  </a:lnTo>
                  <a:lnTo>
                    <a:pt x="777" y="365"/>
                  </a:lnTo>
                  <a:cubicBezTo>
                    <a:pt x="837" y="231"/>
                    <a:pt x="761" y="66"/>
                    <a:pt x="628" y="22"/>
                  </a:cubicBezTo>
                  <a:cubicBezTo>
                    <a:pt x="592" y="7"/>
                    <a:pt x="555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5018239" y="2356731"/>
              <a:ext cx="55386" cy="55386"/>
            </a:xfrm>
            <a:custGeom>
              <a:rect b="b" l="l" r="r" t="t"/>
              <a:pathLst>
                <a:path extrusionOk="0" h="2211" w="2211">
                  <a:moveTo>
                    <a:pt x="1106" y="0"/>
                  </a:moveTo>
                  <a:cubicBezTo>
                    <a:pt x="957" y="0"/>
                    <a:pt x="837" y="119"/>
                    <a:pt x="837" y="269"/>
                  </a:cubicBezTo>
                  <a:lnTo>
                    <a:pt x="837" y="836"/>
                  </a:lnTo>
                  <a:lnTo>
                    <a:pt x="270" y="836"/>
                  </a:lnTo>
                  <a:cubicBezTo>
                    <a:pt x="120" y="836"/>
                    <a:pt x="1" y="956"/>
                    <a:pt x="1" y="1105"/>
                  </a:cubicBezTo>
                  <a:cubicBezTo>
                    <a:pt x="1" y="1254"/>
                    <a:pt x="120" y="1389"/>
                    <a:pt x="270" y="1389"/>
                  </a:cubicBezTo>
                  <a:lnTo>
                    <a:pt x="837" y="1389"/>
                  </a:lnTo>
                  <a:lnTo>
                    <a:pt x="837" y="1941"/>
                  </a:lnTo>
                  <a:cubicBezTo>
                    <a:pt x="837" y="2091"/>
                    <a:pt x="957" y="2210"/>
                    <a:pt x="1106" y="2210"/>
                  </a:cubicBezTo>
                  <a:cubicBezTo>
                    <a:pt x="1255" y="2210"/>
                    <a:pt x="1389" y="2091"/>
                    <a:pt x="1389" y="1941"/>
                  </a:cubicBezTo>
                  <a:lnTo>
                    <a:pt x="1389" y="1389"/>
                  </a:lnTo>
                  <a:lnTo>
                    <a:pt x="1942" y="1389"/>
                  </a:lnTo>
                  <a:cubicBezTo>
                    <a:pt x="2092" y="1389"/>
                    <a:pt x="2211" y="1254"/>
                    <a:pt x="2211" y="1105"/>
                  </a:cubicBezTo>
                  <a:cubicBezTo>
                    <a:pt x="2211" y="956"/>
                    <a:pt x="2092" y="836"/>
                    <a:pt x="1942" y="836"/>
                  </a:cubicBezTo>
                  <a:lnTo>
                    <a:pt x="1389" y="836"/>
                  </a:lnTo>
                  <a:lnTo>
                    <a:pt x="1389" y="269"/>
                  </a:lnTo>
                  <a:cubicBezTo>
                    <a:pt x="1389" y="119"/>
                    <a:pt x="125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4907142" y="2403624"/>
              <a:ext cx="14629" cy="13903"/>
            </a:xfrm>
            <a:custGeom>
              <a:rect b="b" l="l" r="r" t="t"/>
              <a:pathLst>
                <a:path extrusionOk="0" h="555" w="584">
                  <a:moveTo>
                    <a:pt x="275" y="0"/>
                  </a:moveTo>
                  <a:cubicBezTo>
                    <a:pt x="253" y="0"/>
                    <a:pt x="231" y="3"/>
                    <a:pt x="209" y="9"/>
                  </a:cubicBezTo>
                  <a:cubicBezTo>
                    <a:pt x="90" y="39"/>
                    <a:pt x="0" y="144"/>
                    <a:pt x="0" y="264"/>
                  </a:cubicBezTo>
                  <a:cubicBezTo>
                    <a:pt x="0" y="437"/>
                    <a:pt x="140" y="555"/>
                    <a:pt x="286" y="555"/>
                  </a:cubicBezTo>
                  <a:cubicBezTo>
                    <a:pt x="353" y="555"/>
                    <a:pt x="422" y="530"/>
                    <a:pt x="478" y="473"/>
                  </a:cubicBezTo>
                  <a:cubicBezTo>
                    <a:pt x="568" y="368"/>
                    <a:pt x="583" y="234"/>
                    <a:pt x="508" y="129"/>
                  </a:cubicBezTo>
                  <a:cubicBezTo>
                    <a:pt x="449" y="46"/>
                    <a:pt x="361" y="0"/>
                    <a:pt x="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7"/>
          <p:cNvGrpSpPr/>
          <p:nvPr/>
        </p:nvGrpSpPr>
        <p:grpSpPr>
          <a:xfrm>
            <a:off x="4332348" y="1590669"/>
            <a:ext cx="455383" cy="412016"/>
            <a:chOff x="7021312" y="1523317"/>
            <a:chExt cx="353531" cy="319863"/>
          </a:xfrm>
        </p:grpSpPr>
        <p:sp>
          <p:nvSpPr>
            <p:cNvPr id="489" name="Google Shape;489;p7"/>
            <p:cNvSpPr/>
            <p:nvPr/>
          </p:nvSpPr>
          <p:spPr>
            <a:xfrm>
              <a:off x="7021312" y="1523317"/>
              <a:ext cx="353531" cy="319863"/>
            </a:xfrm>
            <a:custGeom>
              <a:rect b="b" l="l" r="r" t="t"/>
              <a:pathLst>
                <a:path extrusionOk="0" h="12769" w="14113">
                  <a:moveTo>
                    <a:pt x="2360" y="11335"/>
                  </a:moveTo>
                  <a:cubicBezTo>
                    <a:pt x="2599" y="11335"/>
                    <a:pt x="2808" y="11544"/>
                    <a:pt x="2808" y="11783"/>
                  </a:cubicBezTo>
                  <a:cubicBezTo>
                    <a:pt x="2808" y="12022"/>
                    <a:pt x="2599" y="12215"/>
                    <a:pt x="2360" y="12215"/>
                  </a:cubicBezTo>
                  <a:cubicBezTo>
                    <a:pt x="2121" y="12215"/>
                    <a:pt x="1928" y="12022"/>
                    <a:pt x="1928" y="11783"/>
                  </a:cubicBezTo>
                  <a:cubicBezTo>
                    <a:pt x="1928" y="11544"/>
                    <a:pt x="2121" y="11335"/>
                    <a:pt x="2360" y="11335"/>
                  </a:cubicBezTo>
                  <a:close/>
                  <a:moveTo>
                    <a:pt x="7049" y="11335"/>
                  </a:moveTo>
                  <a:cubicBezTo>
                    <a:pt x="7288" y="11335"/>
                    <a:pt x="7497" y="11544"/>
                    <a:pt x="7497" y="11783"/>
                  </a:cubicBezTo>
                  <a:cubicBezTo>
                    <a:pt x="7497" y="12022"/>
                    <a:pt x="7288" y="12215"/>
                    <a:pt x="7049" y="12215"/>
                  </a:cubicBezTo>
                  <a:cubicBezTo>
                    <a:pt x="6810" y="12215"/>
                    <a:pt x="6616" y="12022"/>
                    <a:pt x="6616" y="11783"/>
                  </a:cubicBezTo>
                  <a:cubicBezTo>
                    <a:pt x="6616" y="11544"/>
                    <a:pt x="6810" y="11335"/>
                    <a:pt x="7049" y="11335"/>
                  </a:cubicBezTo>
                  <a:close/>
                  <a:moveTo>
                    <a:pt x="11558" y="11335"/>
                  </a:moveTo>
                  <a:cubicBezTo>
                    <a:pt x="11797" y="11335"/>
                    <a:pt x="11992" y="11544"/>
                    <a:pt x="11992" y="11783"/>
                  </a:cubicBezTo>
                  <a:cubicBezTo>
                    <a:pt x="11992" y="12022"/>
                    <a:pt x="11797" y="12215"/>
                    <a:pt x="11558" y="12215"/>
                  </a:cubicBezTo>
                  <a:cubicBezTo>
                    <a:pt x="11305" y="12215"/>
                    <a:pt x="11110" y="12022"/>
                    <a:pt x="11110" y="11783"/>
                  </a:cubicBezTo>
                  <a:cubicBezTo>
                    <a:pt x="11110" y="11544"/>
                    <a:pt x="11305" y="11335"/>
                    <a:pt x="11558" y="11335"/>
                  </a:cubicBezTo>
                  <a:close/>
                  <a:moveTo>
                    <a:pt x="6616" y="1"/>
                  </a:moveTo>
                  <a:cubicBezTo>
                    <a:pt x="5571" y="1"/>
                    <a:pt x="4570" y="389"/>
                    <a:pt x="3779" y="1091"/>
                  </a:cubicBezTo>
                  <a:cubicBezTo>
                    <a:pt x="3077" y="1733"/>
                    <a:pt x="2614" y="2585"/>
                    <a:pt x="2450" y="3510"/>
                  </a:cubicBezTo>
                  <a:cubicBezTo>
                    <a:pt x="1091" y="3525"/>
                    <a:pt x="1" y="4630"/>
                    <a:pt x="1" y="5989"/>
                  </a:cubicBezTo>
                  <a:cubicBezTo>
                    <a:pt x="1" y="7347"/>
                    <a:pt x="1106" y="8452"/>
                    <a:pt x="2465" y="8452"/>
                  </a:cubicBezTo>
                  <a:lnTo>
                    <a:pt x="3481" y="8452"/>
                  </a:lnTo>
                  <a:cubicBezTo>
                    <a:pt x="3644" y="8452"/>
                    <a:pt x="3764" y="8333"/>
                    <a:pt x="3764" y="8184"/>
                  </a:cubicBezTo>
                  <a:cubicBezTo>
                    <a:pt x="3764" y="8034"/>
                    <a:pt x="3644" y="7901"/>
                    <a:pt x="3481" y="7901"/>
                  </a:cubicBezTo>
                  <a:lnTo>
                    <a:pt x="2465" y="7901"/>
                  </a:lnTo>
                  <a:cubicBezTo>
                    <a:pt x="1404" y="7901"/>
                    <a:pt x="554" y="7049"/>
                    <a:pt x="554" y="5989"/>
                  </a:cubicBezTo>
                  <a:cubicBezTo>
                    <a:pt x="554" y="4928"/>
                    <a:pt x="1404" y="4062"/>
                    <a:pt x="2465" y="4062"/>
                  </a:cubicBezTo>
                  <a:cubicBezTo>
                    <a:pt x="2539" y="4062"/>
                    <a:pt x="2599" y="4062"/>
                    <a:pt x="2659" y="4078"/>
                  </a:cubicBezTo>
                  <a:cubicBezTo>
                    <a:pt x="2667" y="4079"/>
                    <a:pt x="2675" y="4079"/>
                    <a:pt x="2683" y="4079"/>
                  </a:cubicBezTo>
                  <a:cubicBezTo>
                    <a:pt x="2822" y="4079"/>
                    <a:pt x="2944" y="3965"/>
                    <a:pt x="2957" y="3823"/>
                  </a:cubicBezTo>
                  <a:cubicBezTo>
                    <a:pt x="3062" y="2927"/>
                    <a:pt x="3481" y="2107"/>
                    <a:pt x="4152" y="1494"/>
                  </a:cubicBezTo>
                  <a:cubicBezTo>
                    <a:pt x="4824" y="882"/>
                    <a:pt x="5705" y="554"/>
                    <a:pt x="6616" y="554"/>
                  </a:cubicBezTo>
                  <a:cubicBezTo>
                    <a:pt x="7318" y="554"/>
                    <a:pt x="7990" y="747"/>
                    <a:pt x="8572" y="1121"/>
                  </a:cubicBezTo>
                  <a:cubicBezTo>
                    <a:pt x="9139" y="1480"/>
                    <a:pt x="9603" y="1987"/>
                    <a:pt x="9902" y="2585"/>
                  </a:cubicBezTo>
                  <a:cubicBezTo>
                    <a:pt x="9948" y="2677"/>
                    <a:pt x="10038" y="2734"/>
                    <a:pt x="10139" y="2734"/>
                  </a:cubicBezTo>
                  <a:cubicBezTo>
                    <a:pt x="10169" y="2734"/>
                    <a:pt x="10199" y="2729"/>
                    <a:pt x="10230" y="2718"/>
                  </a:cubicBezTo>
                  <a:cubicBezTo>
                    <a:pt x="10453" y="2659"/>
                    <a:pt x="10692" y="2629"/>
                    <a:pt x="10917" y="2629"/>
                  </a:cubicBezTo>
                  <a:cubicBezTo>
                    <a:pt x="11588" y="2629"/>
                    <a:pt x="12275" y="2913"/>
                    <a:pt x="12769" y="3421"/>
                  </a:cubicBezTo>
                  <a:cubicBezTo>
                    <a:pt x="13276" y="3913"/>
                    <a:pt x="13559" y="4600"/>
                    <a:pt x="13559" y="5272"/>
                  </a:cubicBezTo>
                  <a:cubicBezTo>
                    <a:pt x="13559" y="6706"/>
                    <a:pt x="12350" y="7901"/>
                    <a:pt x="10917" y="7901"/>
                  </a:cubicBezTo>
                  <a:lnTo>
                    <a:pt x="5914" y="7901"/>
                  </a:lnTo>
                  <a:cubicBezTo>
                    <a:pt x="5750" y="7901"/>
                    <a:pt x="5631" y="8034"/>
                    <a:pt x="5631" y="8184"/>
                  </a:cubicBezTo>
                  <a:cubicBezTo>
                    <a:pt x="5631" y="8333"/>
                    <a:pt x="5750" y="8452"/>
                    <a:pt x="5914" y="8452"/>
                  </a:cubicBezTo>
                  <a:lnTo>
                    <a:pt x="6780" y="8452"/>
                  </a:lnTo>
                  <a:lnTo>
                    <a:pt x="6780" y="9394"/>
                  </a:lnTo>
                  <a:lnTo>
                    <a:pt x="2957" y="9394"/>
                  </a:lnTo>
                  <a:cubicBezTo>
                    <a:pt x="2480" y="9394"/>
                    <a:pt x="2091" y="9782"/>
                    <a:pt x="2091" y="10274"/>
                  </a:cubicBezTo>
                  <a:lnTo>
                    <a:pt x="2091" y="10827"/>
                  </a:lnTo>
                  <a:cubicBezTo>
                    <a:pt x="1673" y="10947"/>
                    <a:pt x="1375" y="11335"/>
                    <a:pt x="1375" y="11783"/>
                  </a:cubicBezTo>
                  <a:cubicBezTo>
                    <a:pt x="1375" y="12321"/>
                    <a:pt x="1822" y="12769"/>
                    <a:pt x="2360" y="12769"/>
                  </a:cubicBezTo>
                  <a:cubicBezTo>
                    <a:pt x="2913" y="12769"/>
                    <a:pt x="3361" y="12321"/>
                    <a:pt x="3361" y="11783"/>
                  </a:cubicBezTo>
                  <a:cubicBezTo>
                    <a:pt x="3361" y="11335"/>
                    <a:pt x="3047" y="10947"/>
                    <a:pt x="2644" y="10827"/>
                  </a:cubicBezTo>
                  <a:lnTo>
                    <a:pt x="2644" y="10274"/>
                  </a:lnTo>
                  <a:cubicBezTo>
                    <a:pt x="2644" y="10095"/>
                    <a:pt x="2778" y="9946"/>
                    <a:pt x="2957" y="9946"/>
                  </a:cubicBezTo>
                  <a:lnTo>
                    <a:pt x="6780" y="9946"/>
                  </a:lnTo>
                  <a:lnTo>
                    <a:pt x="6780" y="10827"/>
                  </a:lnTo>
                  <a:cubicBezTo>
                    <a:pt x="6362" y="10947"/>
                    <a:pt x="6063" y="11335"/>
                    <a:pt x="6063" y="11783"/>
                  </a:cubicBezTo>
                  <a:cubicBezTo>
                    <a:pt x="6063" y="12321"/>
                    <a:pt x="6511" y="12769"/>
                    <a:pt x="7049" y="12769"/>
                  </a:cubicBezTo>
                  <a:cubicBezTo>
                    <a:pt x="7602" y="12769"/>
                    <a:pt x="8050" y="12321"/>
                    <a:pt x="8050" y="11783"/>
                  </a:cubicBezTo>
                  <a:cubicBezTo>
                    <a:pt x="8050" y="11335"/>
                    <a:pt x="7736" y="10947"/>
                    <a:pt x="7333" y="10827"/>
                  </a:cubicBezTo>
                  <a:lnTo>
                    <a:pt x="7333" y="9946"/>
                  </a:lnTo>
                  <a:lnTo>
                    <a:pt x="10947" y="9946"/>
                  </a:lnTo>
                  <a:cubicBezTo>
                    <a:pt x="11126" y="9946"/>
                    <a:pt x="11275" y="10095"/>
                    <a:pt x="11275" y="10274"/>
                  </a:cubicBezTo>
                  <a:lnTo>
                    <a:pt x="11275" y="10827"/>
                  </a:lnTo>
                  <a:cubicBezTo>
                    <a:pt x="10857" y="10947"/>
                    <a:pt x="10559" y="11335"/>
                    <a:pt x="10559" y="11783"/>
                  </a:cubicBezTo>
                  <a:cubicBezTo>
                    <a:pt x="10559" y="12321"/>
                    <a:pt x="11007" y="12769"/>
                    <a:pt x="11558" y="12769"/>
                  </a:cubicBezTo>
                  <a:cubicBezTo>
                    <a:pt x="12096" y="12769"/>
                    <a:pt x="12544" y="12321"/>
                    <a:pt x="12544" y="11783"/>
                  </a:cubicBezTo>
                  <a:cubicBezTo>
                    <a:pt x="12544" y="11335"/>
                    <a:pt x="12245" y="10947"/>
                    <a:pt x="11827" y="10827"/>
                  </a:cubicBezTo>
                  <a:lnTo>
                    <a:pt x="11827" y="10274"/>
                  </a:lnTo>
                  <a:cubicBezTo>
                    <a:pt x="11827" y="9782"/>
                    <a:pt x="11439" y="9394"/>
                    <a:pt x="10947" y="9394"/>
                  </a:cubicBezTo>
                  <a:lnTo>
                    <a:pt x="7333" y="9394"/>
                  </a:lnTo>
                  <a:lnTo>
                    <a:pt x="7333" y="8452"/>
                  </a:lnTo>
                  <a:lnTo>
                    <a:pt x="10917" y="8452"/>
                  </a:lnTo>
                  <a:cubicBezTo>
                    <a:pt x="12649" y="8452"/>
                    <a:pt x="14112" y="7005"/>
                    <a:pt x="14112" y="5272"/>
                  </a:cubicBezTo>
                  <a:cubicBezTo>
                    <a:pt x="14112" y="4451"/>
                    <a:pt x="13768" y="3630"/>
                    <a:pt x="13157" y="3033"/>
                  </a:cubicBezTo>
                  <a:cubicBezTo>
                    <a:pt x="12560" y="2420"/>
                    <a:pt x="11738" y="2077"/>
                    <a:pt x="10917" y="2077"/>
                  </a:cubicBezTo>
                  <a:cubicBezTo>
                    <a:pt x="10708" y="2077"/>
                    <a:pt x="10499" y="2107"/>
                    <a:pt x="10304" y="2137"/>
                  </a:cubicBezTo>
                  <a:cubicBezTo>
                    <a:pt x="9946" y="1539"/>
                    <a:pt x="9468" y="1016"/>
                    <a:pt x="8871" y="643"/>
                  </a:cubicBezTo>
                  <a:cubicBezTo>
                    <a:pt x="8199" y="225"/>
                    <a:pt x="7423" y="1"/>
                    <a:pt x="6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7"/>
            <p:cNvSpPr/>
            <p:nvPr/>
          </p:nvSpPr>
          <p:spPr>
            <a:xfrm>
              <a:off x="7129428" y="1568958"/>
              <a:ext cx="136948" cy="136998"/>
            </a:xfrm>
            <a:custGeom>
              <a:rect b="b" l="l" r="r" t="t"/>
              <a:pathLst>
                <a:path extrusionOk="0" h="5469" w="5467">
                  <a:moveTo>
                    <a:pt x="3270" y="613"/>
                  </a:moveTo>
                  <a:cubicBezTo>
                    <a:pt x="3689" y="717"/>
                    <a:pt x="4077" y="956"/>
                    <a:pt x="4361" y="1270"/>
                  </a:cubicBezTo>
                  <a:lnTo>
                    <a:pt x="3644" y="2001"/>
                  </a:lnTo>
                  <a:cubicBezTo>
                    <a:pt x="3614" y="2031"/>
                    <a:pt x="3585" y="2031"/>
                    <a:pt x="3555" y="2031"/>
                  </a:cubicBezTo>
                  <a:lnTo>
                    <a:pt x="3390" y="2031"/>
                  </a:lnTo>
                  <a:cubicBezTo>
                    <a:pt x="3211" y="2031"/>
                    <a:pt x="3031" y="2107"/>
                    <a:pt x="2912" y="2240"/>
                  </a:cubicBezTo>
                  <a:lnTo>
                    <a:pt x="2719" y="2420"/>
                  </a:lnTo>
                  <a:cubicBezTo>
                    <a:pt x="2689" y="2449"/>
                    <a:pt x="2659" y="2465"/>
                    <a:pt x="2629" y="2465"/>
                  </a:cubicBezTo>
                  <a:lnTo>
                    <a:pt x="2404" y="2465"/>
                  </a:lnTo>
                  <a:lnTo>
                    <a:pt x="2404" y="1733"/>
                  </a:lnTo>
                  <a:cubicBezTo>
                    <a:pt x="2404" y="1703"/>
                    <a:pt x="2420" y="1673"/>
                    <a:pt x="2450" y="1643"/>
                  </a:cubicBezTo>
                  <a:lnTo>
                    <a:pt x="3077" y="1016"/>
                  </a:lnTo>
                  <a:cubicBezTo>
                    <a:pt x="3181" y="912"/>
                    <a:pt x="3256" y="763"/>
                    <a:pt x="3270" y="613"/>
                  </a:cubicBezTo>
                  <a:close/>
                  <a:moveTo>
                    <a:pt x="2719" y="554"/>
                  </a:moveTo>
                  <a:cubicBezTo>
                    <a:pt x="2719" y="583"/>
                    <a:pt x="2703" y="613"/>
                    <a:pt x="2689" y="628"/>
                  </a:cubicBezTo>
                  <a:lnTo>
                    <a:pt x="2061" y="1255"/>
                  </a:lnTo>
                  <a:cubicBezTo>
                    <a:pt x="1926" y="1390"/>
                    <a:pt x="1852" y="1553"/>
                    <a:pt x="1852" y="1733"/>
                  </a:cubicBezTo>
                  <a:lnTo>
                    <a:pt x="1852" y="2509"/>
                  </a:lnTo>
                  <a:cubicBezTo>
                    <a:pt x="1852" y="2793"/>
                    <a:pt x="2076" y="3017"/>
                    <a:pt x="2360" y="3017"/>
                  </a:cubicBezTo>
                  <a:lnTo>
                    <a:pt x="2629" y="3017"/>
                  </a:lnTo>
                  <a:cubicBezTo>
                    <a:pt x="2808" y="3017"/>
                    <a:pt x="2987" y="2943"/>
                    <a:pt x="3107" y="2808"/>
                  </a:cubicBezTo>
                  <a:lnTo>
                    <a:pt x="3300" y="2629"/>
                  </a:lnTo>
                  <a:cubicBezTo>
                    <a:pt x="3316" y="2599"/>
                    <a:pt x="3346" y="2584"/>
                    <a:pt x="3390" y="2584"/>
                  </a:cubicBezTo>
                  <a:lnTo>
                    <a:pt x="3555" y="2584"/>
                  </a:lnTo>
                  <a:cubicBezTo>
                    <a:pt x="3734" y="2584"/>
                    <a:pt x="3898" y="2525"/>
                    <a:pt x="4033" y="2390"/>
                  </a:cubicBezTo>
                  <a:lnTo>
                    <a:pt x="4690" y="1733"/>
                  </a:lnTo>
                  <a:cubicBezTo>
                    <a:pt x="4839" y="2047"/>
                    <a:pt x="4913" y="2375"/>
                    <a:pt x="4913" y="2734"/>
                  </a:cubicBezTo>
                  <a:cubicBezTo>
                    <a:pt x="4913" y="3554"/>
                    <a:pt x="4465" y="4287"/>
                    <a:pt x="3748" y="4659"/>
                  </a:cubicBezTo>
                  <a:cubicBezTo>
                    <a:pt x="3734" y="4526"/>
                    <a:pt x="3674" y="4391"/>
                    <a:pt x="3569" y="4287"/>
                  </a:cubicBezTo>
                  <a:lnTo>
                    <a:pt x="2987" y="3749"/>
                  </a:lnTo>
                  <a:cubicBezTo>
                    <a:pt x="2868" y="3630"/>
                    <a:pt x="2707" y="3570"/>
                    <a:pt x="2546" y="3570"/>
                  </a:cubicBezTo>
                  <a:cubicBezTo>
                    <a:pt x="2386" y="3570"/>
                    <a:pt x="2225" y="3630"/>
                    <a:pt x="2106" y="3749"/>
                  </a:cubicBezTo>
                  <a:lnTo>
                    <a:pt x="1942" y="3928"/>
                  </a:lnTo>
                  <a:cubicBezTo>
                    <a:pt x="1926" y="3943"/>
                    <a:pt x="1897" y="3943"/>
                    <a:pt x="1882" y="3943"/>
                  </a:cubicBezTo>
                  <a:lnTo>
                    <a:pt x="927" y="3943"/>
                  </a:lnTo>
                  <a:cubicBezTo>
                    <a:pt x="688" y="3584"/>
                    <a:pt x="553" y="3166"/>
                    <a:pt x="553" y="2734"/>
                  </a:cubicBezTo>
                  <a:cubicBezTo>
                    <a:pt x="553" y="1539"/>
                    <a:pt x="1524" y="554"/>
                    <a:pt x="2719" y="554"/>
                  </a:cubicBezTo>
                  <a:close/>
                  <a:moveTo>
                    <a:pt x="2548" y="4115"/>
                  </a:moveTo>
                  <a:cubicBezTo>
                    <a:pt x="2569" y="4115"/>
                    <a:pt x="2591" y="4122"/>
                    <a:pt x="2613" y="4137"/>
                  </a:cubicBezTo>
                  <a:lnTo>
                    <a:pt x="3181" y="4689"/>
                  </a:lnTo>
                  <a:cubicBezTo>
                    <a:pt x="3196" y="4705"/>
                    <a:pt x="3211" y="4735"/>
                    <a:pt x="3211" y="4749"/>
                  </a:cubicBezTo>
                  <a:lnTo>
                    <a:pt x="3211" y="4868"/>
                  </a:lnTo>
                  <a:cubicBezTo>
                    <a:pt x="3061" y="4902"/>
                    <a:pt x="2907" y="4919"/>
                    <a:pt x="2751" y="4919"/>
                  </a:cubicBezTo>
                  <a:cubicBezTo>
                    <a:pt x="2427" y="4919"/>
                    <a:pt x="2100" y="4846"/>
                    <a:pt x="1807" y="4705"/>
                  </a:cubicBezTo>
                  <a:cubicBezTo>
                    <a:pt x="1673" y="4645"/>
                    <a:pt x="1568" y="4570"/>
                    <a:pt x="1449" y="4496"/>
                  </a:cubicBezTo>
                  <a:lnTo>
                    <a:pt x="1882" y="4496"/>
                  </a:lnTo>
                  <a:cubicBezTo>
                    <a:pt x="2046" y="4496"/>
                    <a:pt x="2211" y="4436"/>
                    <a:pt x="2330" y="4317"/>
                  </a:cubicBezTo>
                  <a:lnTo>
                    <a:pt x="2494" y="4137"/>
                  </a:lnTo>
                  <a:cubicBezTo>
                    <a:pt x="2509" y="4122"/>
                    <a:pt x="2528" y="4115"/>
                    <a:pt x="2548" y="4115"/>
                  </a:cubicBezTo>
                  <a:close/>
                  <a:moveTo>
                    <a:pt x="2733" y="1"/>
                  </a:moveTo>
                  <a:cubicBezTo>
                    <a:pt x="1225" y="1"/>
                    <a:pt x="1" y="1225"/>
                    <a:pt x="1" y="2734"/>
                  </a:cubicBezTo>
                  <a:cubicBezTo>
                    <a:pt x="1" y="3331"/>
                    <a:pt x="194" y="3913"/>
                    <a:pt x="568" y="4391"/>
                  </a:cubicBezTo>
                  <a:cubicBezTo>
                    <a:pt x="1046" y="5033"/>
                    <a:pt x="1777" y="5422"/>
                    <a:pt x="2584" y="5466"/>
                  </a:cubicBezTo>
                  <a:cubicBezTo>
                    <a:pt x="2625" y="5468"/>
                    <a:pt x="2668" y="5469"/>
                    <a:pt x="2710" y="5469"/>
                  </a:cubicBezTo>
                  <a:cubicBezTo>
                    <a:pt x="2999" y="5469"/>
                    <a:pt x="3296" y="5423"/>
                    <a:pt x="3569" y="5332"/>
                  </a:cubicBezTo>
                  <a:cubicBezTo>
                    <a:pt x="4704" y="4974"/>
                    <a:pt x="5466" y="3928"/>
                    <a:pt x="5466" y="2734"/>
                  </a:cubicBezTo>
                  <a:cubicBezTo>
                    <a:pt x="5466" y="2151"/>
                    <a:pt x="5301" y="1599"/>
                    <a:pt x="4958" y="1135"/>
                  </a:cubicBezTo>
                  <a:cubicBezTo>
                    <a:pt x="4451" y="434"/>
                    <a:pt x="3614" y="1"/>
                    <a:pt x="2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7"/>
            <p:cNvSpPr/>
            <p:nvPr/>
          </p:nvSpPr>
          <p:spPr>
            <a:xfrm>
              <a:off x="7130931" y="1721438"/>
              <a:ext cx="14980" cy="13677"/>
            </a:xfrm>
            <a:custGeom>
              <a:rect b="b" l="l" r="r" t="t"/>
              <a:pathLst>
                <a:path extrusionOk="0" h="546" w="598">
                  <a:moveTo>
                    <a:pt x="303" y="1"/>
                  </a:moveTo>
                  <a:cubicBezTo>
                    <a:pt x="242" y="1"/>
                    <a:pt x="182" y="20"/>
                    <a:pt x="134" y="51"/>
                  </a:cubicBezTo>
                  <a:cubicBezTo>
                    <a:pt x="45" y="125"/>
                    <a:pt x="1" y="260"/>
                    <a:pt x="45" y="380"/>
                  </a:cubicBezTo>
                  <a:cubicBezTo>
                    <a:pt x="86" y="475"/>
                    <a:pt x="176" y="545"/>
                    <a:pt x="282" y="545"/>
                  </a:cubicBezTo>
                  <a:cubicBezTo>
                    <a:pt x="293" y="545"/>
                    <a:pt x="303" y="545"/>
                    <a:pt x="314" y="543"/>
                  </a:cubicBezTo>
                  <a:cubicBezTo>
                    <a:pt x="433" y="543"/>
                    <a:pt x="523" y="469"/>
                    <a:pt x="568" y="364"/>
                  </a:cubicBezTo>
                  <a:cubicBezTo>
                    <a:pt x="598" y="245"/>
                    <a:pt x="552" y="111"/>
                    <a:pt x="463" y="51"/>
                  </a:cubicBezTo>
                  <a:cubicBezTo>
                    <a:pt x="414" y="16"/>
                    <a:pt x="358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7"/>
          <p:cNvGrpSpPr/>
          <p:nvPr/>
        </p:nvGrpSpPr>
        <p:grpSpPr>
          <a:xfrm>
            <a:off x="1811686" y="1560797"/>
            <a:ext cx="373099" cy="471932"/>
            <a:chOff x="7068080" y="3741119"/>
            <a:chExt cx="279433" cy="353481"/>
          </a:xfrm>
        </p:grpSpPr>
        <p:sp>
          <p:nvSpPr>
            <p:cNvPr id="493" name="Google Shape;493;p7"/>
            <p:cNvSpPr/>
            <p:nvPr/>
          </p:nvSpPr>
          <p:spPr>
            <a:xfrm>
              <a:off x="7068080" y="3741119"/>
              <a:ext cx="279433" cy="353481"/>
            </a:xfrm>
            <a:custGeom>
              <a:rect b="b" l="l" r="r" t="t"/>
              <a:pathLst>
                <a:path extrusionOk="0" h="14111" w="11155">
                  <a:moveTo>
                    <a:pt x="5331" y="552"/>
                  </a:moveTo>
                  <a:cubicBezTo>
                    <a:pt x="6078" y="552"/>
                    <a:pt x="6750" y="970"/>
                    <a:pt x="7079" y="1627"/>
                  </a:cubicBezTo>
                  <a:cubicBezTo>
                    <a:pt x="7128" y="1726"/>
                    <a:pt x="7229" y="1784"/>
                    <a:pt x="7330" y="1784"/>
                  </a:cubicBezTo>
                  <a:cubicBezTo>
                    <a:pt x="7350" y="1784"/>
                    <a:pt x="7371" y="1782"/>
                    <a:pt x="7392" y="1777"/>
                  </a:cubicBezTo>
                  <a:cubicBezTo>
                    <a:pt x="7511" y="1747"/>
                    <a:pt x="7631" y="1732"/>
                    <a:pt x="7750" y="1732"/>
                  </a:cubicBezTo>
                  <a:cubicBezTo>
                    <a:pt x="8483" y="1732"/>
                    <a:pt x="9124" y="2374"/>
                    <a:pt x="9124" y="3091"/>
                  </a:cubicBezTo>
                  <a:cubicBezTo>
                    <a:pt x="9124" y="3837"/>
                    <a:pt x="8497" y="4464"/>
                    <a:pt x="7750" y="4464"/>
                  </a:cubicBezTo>
                  <a:lnTo>
                    <a:pt x="6257" y="4464"/>
                  </a:lnTo>
                  <a:lnTo>
                    <a:pt x="6243" y="4450"/>
                  </a:lnTo>
                  <a:lnTo>
                    <a:pt x="6422" y="4301"/>
                  </a:lnTo>
                  <a:cubicBezTo>
                    <a:pt x="6482" y="4241"/>
                    <a:pt x="6526" y="4166"/>
                    <a:pt x="6526" y="4092"/>
                  </a:cubicBezTo>
                  <a:lnTo>
                    <a:pt x="6526" y="3718"/>
                  </a:lnTo>
                  <a:cubicBezTo>
                    <a:pt x="6526" y="3644"/>
                    <a:pt x="6496" y="3584"/>
                    <a:pt x="6452" y="3524"/>
                  </a:cubicBezTo>
                  <a:lnTo>
                    <a:pt x="5958" y="3001"/>
                  </a:lnTo>
                  <a:lnTo>
                    <a:pt x="5690" y="2718"/>
                  </a:lnTo>
                  <a:cubicBezTo>
                    <a:pt x="5645" y="2658"/>
                    <a:pt x="5570" y="2628"/>
                    <a:pt x="5496" y="2628"/>
                  </a:cubicBezTo>
                  <a:cubicBezTo>
                    <a:pt x="5421" y="2628"/>
                    <a:pt x="5347" y="2658"/>
                    <a:pt x="5287" y="2718"/>
                  </a:cubicBezTo>
                  <a:lnTo>
                    <a:pt x="4540" y="3509"/>
                  </a:lnTo>
                  <a:lnTo>
                    <a:pt x="4525" y="3509"/>
                  </a:lnTo>
                  <a:cubicBezTo>
                    <a:pt x="4481" y="3568"/>
                    <a:pt x="4451" y="3628"/>
                    <a:pt x="4451" y="3703"/>
                  </a:cubicBezTo>
                  <a:lnTo>
                    <a:pt x="4451" y="4464"/>
                  </a:lnTo>
                  <a:lnTo>
                    <a:pt x="2987" y="4464"/>
                  </a:lnTo>
                  <a:cubicBezTo>
                    <a:pt x="2450" y="4464"/>
                    <a:pt x="2016" y="4032"/>
                    <a:pt x="2016" y="3509"/>
                  </a:cubicBezTo>
                  <a:cubicBezTo>
                    <a:pt x="2016" y="2971"/>
                    <a:pt x="2450" y="2539"/>
                    <a:pt x="2987" y="2539"/>
                  </a:cubicBezTo>
                  <a:lnTo>
                    <a:pt x="3077" y="2539"/>
                  </a:lnTo>
                  <a:cubicBezTo>
                    <a:pt x="3087" y="2540"/>
                    <a:pt x="3097" y="2540"/>
                    <a:pt x="3107" y="2540"/>
                  </a:cubicBezTo>
                  <a:cubicBezTo>
                    <a:pt x="3257" y="2540"/>
                    <a:pt x="3376" y="2440"/>
                    <a:pt x="3390" y="2300"/>
                  </a:cubicBezTo>
                  <a:cubicBezTo>
                    <a:pt x="3495" y="1299"/>
                    <a:pt x="4331" y="552"/>
                    <a:pt x="5331" y="552"/>
                  </a:cubicBezTo>
                  <a:close/>
                  <a:moveTo>
                    <a:pt x="5496" y="3300"/>
                  </a:moveTo>
                  <a:lnTo>
                    <a:pt x="5974" y="3823"/>
                  </a:lnTo>
                  <a:lnTo>
                    <a:pt x="5974" y="3957"/>
                  </a:lnTo>
                  <a:lnTo>
                    <a:pt x="5675" y="4211"/>
                  </a:lnTo>
                  <a:cubicBezTo>
                    <a:pt x="5556" y="4315"/>
                    <a:pt x="5540" y="4494"/>
                    <a:pt x="5645" y="4599"/>
                  </a:cubicBezTo>
                  <a:lnTo>
                    <a:pt x="5928" y="4912"/>
                  </a:lnTo>
                  <a:lnTo>
                    <a:pt x="5928" y="5197"/>
                  </a:lnTo>
                  <a:lnTo>
                    <a:pt x="5660" y="5450"/>
                  </a:lnTo>
                  <a:cubicBezTo>
                    <a:pt x="5540" y="5555"/>
                    <a:pt x="5556" y="5734"/>
                    <a:pt x="5660" y="5838"/>
                  </a:cubicBezTo>
                  <a:lnTo>
                    <a:pt x="5928" y="6093"/>
                  </a:lnTo>
                  <a:lnTo>
                    <a:pt x="5928" y="6346"/>
                  </a:lnTo>
                  <a:cubicBezTo>
                    <a:pt x="5928" y="6465"/>
                    <a:pt x="5988" y="6570"/>
                    <a:pt x="6093" y="6600"/>
                  </a:cubicBezTo>
                  <a:cubicBezTo>
                    <a:pt x="6392" y="6734"/>
                    <a:pt x="6631" y="6943"/>
                    <a:pt x="6795" y="7227"/>
                  </a:cubicBezTo>
                  <a:cubicBezTo>
                    <a:pt x="7123" y="7795"/>
                    <a:pt x="7004" y="8542"/>
                    <a:pt x="6511" y="8990"/>
                  </a:cubicBezTo>
                  <a:cubicBezTo>
                    <a:pt x="6242" y="9236"/>
                    <a:pt x="5893" y="9359"/>
                    <a:pt x="5544" y="9359"/>
                  </a:cubicBezTo>
                  <a:cubicBezTo>
                    <a:pt x="5217" y="9359"/>
                    <a:pt x="4890" y="9251"/>
                    <a:pt x="4630" y="9034"/>
                  </a:cubicBezTo>
                  <a:cubicBezTo>
                    <a:pt x="4316" y="8765"/>
                    <a:pt x="4107" y="8377"/>
                    <a:pt x="4107" y="7929"/>
                  </a:cubicBezTo>
                  <a:cubicBezTo>
                    <a:pt x="4107" y="7646"/>
                    <a:pt x="4196" y="7377"/>
                    <a:pt x="4346" y="7138"/>
                  </a:cubicBezTo>
                  <a:cubicBezTo>
                    <a:pt x="4481" y="6943"/>
                    <a:pt x="4660" y="6780"/>
                    <a:pt x="4853" y="6674"/>
                  </a:cubicBezTo>
                  <a:cubicBezTo>
                    <a:pt x="4943" y="6630"/>
                    <a:pt x="5003" y="6525"/>
                    <a:pt x="5003" y="6435"/>
                  </a:cubicBezTo>
                  <a:lnTo>
                    <a:pt x="5003" y="3807"/>
                  </a:lnTo>
                  <a:lnTo>
                    <a:pt x="5496" y="3300"/>
                  </a:lnTo>
                  <a:close/>
                  <a:moveTo>
                    <a:pt x="9259" y="6256"/>
                  </a:moveTo>
                  <a:cubicBezTo>
                    <a:pt x="9482" y="6256"/>
                    <a:pt x="9662" y="6435"/>
                    <a:pt x="9662" y="6674"/>
                  </a:cubicBezTo>
                  <a:lnTo>
                    <a:pt x="9662" y="11931"/>
                  </a:lnTo>
                  <a:cubicBezTo>
                    <a:pt x="9662" y="12155"/>
                    <a:pt x="9482" y="12334"/>
                    <a:pt x="9259" y="12334"/>
                  </a:cubicBezTo>
                  <a:lnTo>
                    <a:pt x="1897" y="12334"/>
                  </a:lnTo>
                  <a:cubicBezTo>
                    <a:pt x="1673" y="12334"/>
                    <a:pt x="1479" y="12155"/>
                    <a:pt x="1479" y="11931"/>
                  </a:cubicBezTo>
                  <a:lnTo>
                    <a:pt x="1479" y="6674"/>
                  </a:lnTo>
                  <a:cubicBezTo>
                    <a:pt x="1479" y="6435"/>
                    <a:pt x="1673" y="6256"/>
                    <a:pt x="1897" y="6256"/>
                  </a:cubicBezTo>
                  <a:lnTo>
                    <a:pt x="4451" y="6256"/>
                  </a:lnTo>
                  <a:lnTo>
                    <a:pt x="4451" y="6272"/>
                  </a:lnTo>
                  <a:cubicBezTo>
                    <a:pt x="4242" y="6421"/>
                    <a:pt x="4063" y="6600"/>
                    <a:pt x="3913" y="6809"/>
                  </a:cubicBezTo>
                  <a:lnTo>
                    <a:pt x="2315" y="6809"/>
                  </a:lnTo>
                  <a:cubicBezTo>
                    <a:pt x="2151" y="6809"/>
                    <a:pt x="2032" y="6929"/>
                    <a:pt x="2032" y="7078"/>
                  </a:cubicBezTo>
                  <a:lnTo>
                    <a:pt x="2032" y="11512"/>
                  </a:lnTo>
                  <a:cubicBezTo>
                    <a:pt x="2032" y="11662"/>
                    <a:pt x="2151" y="11781"/>
                    <a:pt x="2315" y="11781"/>
                  </a:cubicBezTo>
                  <a:lnTo>
                    <a:pt x="4346" y="11781"/>
                  </a:lnTo>
                  <a:cubicBezTo>
                    <a:pt x="4495" y="11781"/>
                    <a:pt x="4630" y="11662"/>
                    <a:pt x="4630" y="11512"/>
                  </a:cubicBezTo>
                  <a:cubicBezTo>
                    <a:pt x="4630" y="11363"/>
                    <a:pt x="4495" y="11229"/>
                    <a:pt x="4346" y="11229"/>
                  </a:cubicBezTo>
                  <a:lnTo>
                    <a:pt x="2584" y="11229"/>
                  </a:lnTo>
                  <a:lnTo>
                    <a:pt x="2584" y="7361"/>
                  </a:lnTo>
                  <a:lnTo>
                    <a:pt x="3644" y="7361"/>
                  </a:lnTo>
                  <a:cubicBezTo>
                    <a:pt x="3599" y="7556"/>
                    <a:pt x="3555" y="7735"/>
                    <a:pt x="3555" y="7929"/>
                  </a:cubicBezTo>
                  <a:cubicBezTo>
                    <a:pt x="3555" y="8512"/>
                    <a:pt x="3808" y="9034"/>
                    <a:pt x="4212" y="9408"/>
                  </a:cubicBezTo>
                  <a:cubicBezTo>
                    <a:pt x="4570" y="9721"/>
                    <a:pt x="5033" y="9915"/>
                    <a:pt x="5540" y="9915"/>
                  </a:cubicBezTo>
                  <a:cubicBezTo>
                    <a:pt x="6034" y="9915"/>
                    <a:pt x="6496" y="9736"/>
                    <a:pt x="6840" y="9437"/>
                  </a:cubicBezTo>
                  <a:cubicBezTo>
                    <a:pt x="7258" y="9079"/>
                    <a:pt x="7527" y="8526"/>
                    <a:pt x="7527" y="7929"/>
                  </a:cubicBezTo>
                  <a:cubicBezTo>
                    <a:pt x="7527" y="7735"/>
                    <a:pt x="7497" y="7540"/>
                    <a:pt x="7452" y="7361"/>
                  </a:cubicBezTo>
                  <a:lnTo>
                    <a:pt x="8557" y="7361"/>
                  </a:lnTo>
                  <a:lnTo>
                    <a:pt x="8557" y="11229"/>
                  </a:lnTo>
                  <a:lnTo>
                    <a:pt x="6780" y="11229"/>
                  </a:lnTo>
                  <a:cubicBezTo>
                    <a:pt x="6615" y="11229"/>
                    <a:pt x="6496" y="11363"/>
                    <a:pt x="6496" y="11512"/>
                  </a:cubicBezTo>
                  <a:cubicBezTo>
                    <a:pt x="6496" y="11662"/>
                    <a:pt x="6615" y="11781"/>
                    <a:pt x="6780" y="11781"/>
                  </a:cubicBezTo>
                  <a:lnTo>
                    <a:pt x="8841" y="11781"/>
                  </a:lnTo>
                  <a:cubicBezTo>
                    <a:pt x="8990" y="11781"/>
                    <a:pt x="9110" y="11662"/>
                    <a:pt x="9110" y="11512"/>
                  </a:cubicBezTo>
                  <a:lnTo>
                    <a:pt x="9110" y="7078"/>
                  </a:lnTo>
                  <a:cubicBezTo>
                    <a:pt x="9110" y="6929"/>
                    <a:pt x="8990" y="6809"/>
                    <a:pt x="8841" y="6809"/>
                  </a:cubicBezTo>
                  <a:lnTo>
                    <a:pt x="7183" y="6809"/>
                  </a:lnTo>
                  <a:cubicBezTo>
                    <a:pt x="7033" y="6585"/>
                    <a:pt x="6840" y="6406"/>
                    <a:pt x="6615" y="6256"/>
                  </a:cubicBezTo>
                  <a:close/>
                  <a:moveTo>
                    <a:pt x="10603" y="12886"/>
                  </a:moveTo>
                  <a:lnTo>
                    <a:pt x="10603" y="13171"/>
                  </a:lnTo>
                  <a:cubicBezTo>
                    <a:pt x="10603" y="13394"/>
                    <a:pt x="10424" y="13559"/>
                    <a:pt x="10215" y="13559"/>
                  </a:cubicBezTo>
                  <a:lnTo>
                    <a:pt x="941" y="13559"/>
                  </a:lnTo>
                  <a:cubicBezTo>
                    <a:pt x="718" y="13559"/>
                    <a:pt x="553" y="13394"/>
                    <a:pt x="553" y="13171"/>
                  </a:cubicBezTo>
                  <a:lnTo>
                    <a:pt x="553" y="12886"/>
                  </a:lnTo>
                  <a:close/>
                  <a:moveTo>
                    <a:pt x="5331" y="0"/>
                  </a:moveTo>
                  <a:cubicBezTo>
                    <a:pt x="4137" y="0"/>
                    <a:pt x="3121" y="836"/>
                    <a:pt x="2882" y="1986"/>
                  </a:cubicBezTo>
                  <a:cubicBezTo>
                    <a:pt x="2091" y="2045"/>
                    <a:pt x="1479" y="2702"/>
                    <a:pt x="1479" y="3509"/>
                  </a:cubicBezTo>
                  <a:cubicBezTo>
                    <a:pt x="1479" y="4345"/>
                    <a:pt x="2151" y="5018"/>
                    <a:pt x="2987" y="5018"/>
                  </a:cubicBezTo>
                  <a:lnTo>
                    <a:pt x="4451" y="5018"/>
                  </a:lnTo>
                  <a:lnTo>
                    <a:pt x="4451" y="5704"/>
                  </a:lnTo>
                  <a:lnTo>
                    <a:pt x="1897" y="5704"/>
                  </a:lnTo>
                  <a:cubicBezTo>
                    <a:pt x="1359" y="5704"/>
                    <a:pt x="927" y="6137"/>
                    <a:pt x="927" y="6674"/>
                  </a:cubicBezTo>
                  <a:lnTo>
                    <a:pt x="927" y="11931"/>
                  </a:lnTo>
                  <a:cubicBezTo>
                    <a:pt x="927" y="12080"/>
                    <a:pt x="971" y="12215"/>
                    <a:pt x="1031" y="12334"/>
                  </a:cubicBezTo>
                  <a:lnTo>
                    <a:pt x="270" y="12334"/>
                  </a:lnTo>
                  <a:cubicBezTo>
                    <a:pt x="120" y="12334"/>
                    <a:pt x="1" y="12454"/>
                    <a:pt x="1" y="12617"/>
                  </a:cubicBezTo>
                  <a:lnTo>
                    <a:pt x="1" y="13171"/>
                  </a:lnTo>
                  <a:cubicBezTo>
                    <a:pt x="1" y="13693"/>
                    <a:pt x="419" y="14111"/>
                    <a:pt x="941" y="14111"/>
                  </a:cubicBezTo>
                  <a:lnTo>
                    <a:pt x="10215" y="14111"/>
                  </a:lnTo>
                  <a:cubicBezTo>
                    <a:pt x="10737" y="14111"/>
                    <a:pt x="11155" y="13693"/>
                    <a:pt x="11155" y="13171"/>
                  </a:cubicBezTo>
                  <a:lnTo>
                    <a:pt x="11155" y="12617"/>
                  </a:lnTo>
                  <a:cubicBezTo>
                    <a:pt x="11155" y="12454"/>
                    <a:pt x="11035" y="12334"/>
                    <a:pt x="10872" y="12334"/>
                  </a:cubicBezTo>
                  <a:lnTo>
                    <a:pt x="10125" y="12334"/>
                  </a:lnTo>
                  <a:cubicBezTo>
                    <a:pt x="10185" y="12215"/>
                    <a:pt x="10215" y="12080"/>
                    <a:pt x="10215" y="11931"/>
                  </a:cubicBezTo>
                  <a:lnTo>
                    <a:pt x="10215" y="6674"/>
                  </a:lnTo>
                  <a:cubicBezTo>
                    <a:pt x="10215" y="6137"/>
                    <a:pt x="9781" y="5704"/>
                    <a:pt x="9259" y="5704"/>
                  </a:cubicBezTo>
                  <a:lnTo>
                    <a:pt x="6317" y="5704"/>
                  </a:lnTo>
                  <a:lnTo>
                    <a:pt x="6243" y="5645"/>
                  </a:lnTo>
                  <a:lnTo>
                    <a:pt x="6392" y="5510"/>
                  </a:lnTo>
                  <a:cubicBezTo>
                    <a:pt x="6436" y="5450"/>
                    <a:pt x="6466" y="5390"/>
                    <a:pt x="6466" y="5316"/>
                  </a:cubicBezTo>
                  <a:lnTo>
                    <a:pt x="6466" y="5018"/>
                  </a:lnTo>
                  <a:lnTo>
                    <a:pt x="7750" y="5018"/>
                  </a:lnTo>
                  <a:cubicBezTo>
                    <a:pt x="8795" y="5018"/>
                    <a:pt x="9677" y="4136"/>
                    <a:pt x="9677" y="3091"/>
                  </a:cubicBezTo>
                  <a:cubicBezTo>
                    <a:pt x="9677" y="2061"/>
                    <a:pt x="8795" y="1179"/>
                    <a:pt x="7750" y="1179"/>
                  </a:cubicBezTo>
                  <a:cubicBezTo>
                    <a:pt x="7661" y="1179"/>
                    <a:pt x="7557" y="1179"/>
                    <a:pt x="7467" y="1195"/>
                  </a:cubicBezTo>
                  <a:cubicBezTo>
                    <a:pt x="7019" y="463"/>
                    <a:pt x="6213" y="0"/>
                    <a:pt x="5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"/>
            <p:cNvSpPr/>
            <p:nvPr/>
          </p:nvSpPr>
          <p:spPr>
            <a:xfrm>
              <a:off x="7200119" y="3946303"/>
              <a:ext cx="15431" cy="13702"/>
            </a:xfrm>
            <a:custGeom>
              <a:rect b="b" l="l" r="r" t="t"/>
              <a:pathLst>
                <a:path extrusionOk="0" h="547" w="616">
                  <a:moveTo>
                    <a:pt x="300" y="0"/>
                  </a:moveTo>
                  <a:cubicBezTo>
                    <a:pt x="255" y="0"/>
                    <a:pt x="209" y="11"/>
                    <a:pt x="165" y="36"/>
                  </a:cubicBezTo>
                  <a:cubicBezTo>
                    <a:pt x="46" y="112"/>
                    <a:pt x="0" y="261"/>
                    <a:pt x="46" y="380"/>
                  </a:cubicBezTo>
                  <a:cubicBezTo>
                    <a:pt x="86" y="475"/>
                    <a:pt x="189" y="546"/>
                    <a:pt x="297" y="546"/>
                  </a:cubicBezTo>
                  <a:cubicBezTo>
                    <a:pt x="308" y="546"/>
                    <a:pt x="318" y="545"/>
                    <a:pt x="329" y="544"/>
                  </a:cubicBezTo>
                  <a:cubicBezTo>
                    <a:pt x="434" y="544"/>
                    <a:pt x="538" y="454"/>
                    <a:pt x="568" y="335"/>
                  </a:cubicBezTo>
                  <a:cubicBezTo>
                    <a:pt x="615" y="159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7199768" y="4022631"/>
              <a:ext cx="15731" cy="13778"/>
            </a:xfrm>
            <a:custGeom>
              <a:rect b="b" l="l" r="r" t="t"/>
              <a:pathLst>
                <a:path extrusionOk="0" h="550" w="628">
                  <a:moveTo>
                    <a:pt x="308" y="0"/>
                  </a:moveTo>
                  <a:cubicBezTo>
                    <a:pt x="275" y="0"/>
                    <a:pt x="241" y="7"/>
                    <a:pt x="209" y="21"/>
                  </a:cubicBezTo>
                  <a:cubicBezTo>
                    <a:pt x="74" y="81"/>
                    <a:pt x="0" y="245"/>
                    <a:pt x="60" y="380"/>
                  </a:cubicBezTo>
                  <a:cubicBezTo>
                    <a:pt x="105" y="482"/>
                    <a:pt x="211" y="550"/>
                    <a:pt x="319" y="550"/>
                  </a:cubicBezTo>
                  <a:cubicBezTo>
                    <a:pt x="353" y="550"/>
                    <a:pt x="386" y="543"/>
                    <a:pt x="418" y="529"/>
                  </a:cubicBezTo>
                  <a:cubicBezTo>
                    <a:pt x="568" y="469"/>
                    <a:pt x="627" y="304"/>
                    <a:pt x="568" y="171"/>
                  </a:cubicBezTo>
                  <a:cubicBezTo>
                    <a:pt x="522" y="68"/>
                    <a:pt x="416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7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Objetivos del Proyecto</a:t>
            </a:r>
            <a:endParaRPr sz="2400"/>
          </a:p>
        </p:txBody>
      </p:sp>
      <p:sp>
        <p:nvSpPr>
          <p:cNvPr id="497" name="Google Shape;497;p7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98" name="Google Shape;4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"/>
          <p:cNvSpPr txBox="1"/>
          <p:nvPr>
            <p:ph idx="2" type="subTitle"/>
          </p:nvPr>
        </p:nvSpPr>
        <p:spPr>
          <a:xfrm>
            <a:off x="5812250" y="2561813"/>
            <a:ext cx="2945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Diseñar módulos con herramientas como To-Do List, Pomodoro, Flashcards y apuntes.</a:t>
            </a:r>
            <a:br>
              <a:rPr lang="en"/>
            </a:b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Implementar un sistema de recordatorios y notificaciones.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Asegurar la seguridad y consistencia de los datos.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504;g38ae3b323c0_0_19"/>
          <p:cNvGraphicFramePr/>
          <p:nvPr/>
        </p:nvGraphicFramePr>
        <p:xfrm>
          <a:off x="559650" y="14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{A209D3C5-9C95-45D1-8D11-96BDBCC2C85C}</a:tableStyleId>
              </a:tblPr>
              <a:tblGrid>
                <a:gridCol w="3908375"/>
                <a:gridCol w="3908375"/>
              </a:tblGrid>
              <a:tr h="33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257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5" name="Google Shape;505;g38ae3b323c0_0_19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06" name="Google Shape;506;g38ae3b323c0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8ae3b323c0_0_19"/>
          <p:cNvSpPr txBox="1"/>
          <p:nvPr>
            <p:ph idx="4294967295" type="subTitle"/>
          </p:nvPr>
        </p:nvSpPr>
        <p:spPr>
          <a:xfrm>
            <a:off x="781925" y="1457251"/>
            <a:ext cx="2240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Alcances </a:t>
            </a:r>
            <a:endParaRPr b="1"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08" name="Google Shape;508;g38ae3b323c0_0_19"/>
          <p:cNvSpPr txBox="1"/>
          <p:nvPr>
            <p:ph idx="4294967295" type="subTitle"/>
          </p:nvPr>
        </p:nvSpPr>
        <p:spPr>
          <a:xfrm>
            <a:off x="4598725" y="1488325"/>
            <a:ext cx="3330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Limitaciones</a:t>
            </a:r>
            <a:endParaRPr b="1" i="0" sz="18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9" name="Google Shape;509;g38ae3b323c0_0_19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Alcances y Limitaciones del Proyecto</a:t>
            </a:r>
            <a:endParaRPr sz="2400"/>
          </a:p>
        </p:txBody>
      </p:sp>
      <p:sp>
        <p:nvSpPr>
          <p:cNvPr id="510" name="Google Shape;510;g38ae3b323c0_0_19"/>
          <p:cNvSpPr txBox="1"/>
          <p:nvPr>
            <p:ph idx="4294967295" type="subTitle"/>
          </p:nvPr>
        </p:nvSpPr>
        <p:spPr>
          <a:xfrm>
            <a:off x="4346175" y="1826525"/>
            <a:ext cx="40302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Disponible sólo en versión web.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Requiere conexión a Internet para funcionar.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Sin integración con sistemas universitarios ni pasarelas de pago.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Servidor limitado a pruebas locales.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Sin autenticación multifactor (MFA) implementada aún.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Enfocado exclusivamente en estudiantes universitarios.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11" name="Google Shape;511;g38ae3b323c0_0_19"/>
          <p:cNvSpPr txBox="1"/>
          <p:nvPr>
            <p:ph idx="4294967295" type="subTitle"/>
          </p:nvPr>
        </p:nvSpPr>
        <p:spPr>
          <a:xfrm>
            <a:off x="441225" y="1847175"/>
            <a:ext cx="37182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Desarrollo de una aplicación web funcional para organización y estudio colaborativo.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Gestión de usuarios con roles (líder y colaboradores) y autenticación segura.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Módulos implementados: Apuntes, To-Do List / Kanban, Pomodoro, Flashcards y Recordatorios.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Diseño modular, fácil de mantener y escalar.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Seguridad y privacidad de datos mediante control de acceso.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85ffdd79b0_0_30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17" name="Google Shape;517;g385ffdd79b0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g385ffdd79b0_0_30"/>
          <p:cNvSpPr txBox="1"/>
          <p:nvPr>
            <p:ph idx="1" type="subTitle"/>
          </p:nvPr>
        </p:nvSpPr>
        <p:spPr>
          <a:xfrm>
            <a:off x="686525" y="1266677"/>
            <a:ext cx="7128600" cy="18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Para el desarrollo de CodePaw se utilizó una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 metodología en cascada</a:t>
            </a:r>
            <a:r>
              <a:rPr lang="en"/>
              <a:t> con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enfoque modular</a:t>
            </a:r>
            <a:r>
              <a:rPr lang="en"/>
              <a:t>, lo que permitió avanzar de forma ordenada por cada etapa del proyecto: desde el levantamiento de requerimientos hasta las pruebas finales.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Cada fase se completó antes de iniciar la siguiente, asegurando claridad en los objetivos y un control adecuado del progreso.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El trabajo se dividió en 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módulos independientes</a:t>
            </a:r>
            <a:r>
              <a:rPr lang="en"/>
              <a:t> —como asignaturas, apuntes, tareas, pomodoro y flashcards—, lo que facilitó la asignación de responsabilidades y la integración final del sistema.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grpSp>
        <p:nvGrpSpPr>
          <p:cNvPr id="519" name="Google Shape;519;g385ffdd79b0_0_30"/>
          <p:cNvGrpSpPr/>
          <p:nvPr/>
        </p:nvGrpSpPr>
        <p:grpSpPr>
          <a:xfrm>
            <a:off x="7920978" y="2103531"/>
            <a:ext cx="455409" cy="471930"/>
            <a:chOff x="4824015" y="2089272"/>
            <a:chExt cx="341156" cy="353506"/>
          </a:xfrm>
        </p:grpSpPr>
        <p:sp>
          <p:nvSpPr>
            <p:cNvPr id="520" name="Google Shape;520;g385ffdd79b0_0_30"/>
            <p:cNvSpPr/>
            <p:nvPr/>
          </p:nvSpPr>
          <p:spPr>
            <a:xfrm>
              <a:off x="4824015" y="2089272"/>
              <a:ext cx="341156" cy="353506"/>
            </a:xfrm>
            <a:custGeom>
              <a:rect b="b" l="l" r="r" t="t"/>
              <a:pathLst>
                <a:path extrusionOk="0" h="14112" w="13619">
                  <a:moveTo>
                    <a:pt x="6391" y="553"/>
                  </a:moveTo>
                  <a:cubicBezTo>
                    <a:pt x="6780" y="553"/>
                    <a:pt x="7078" y="867"/>
                    <a:pt x="7078" y="1240"/>
                  </a:cubicBezTo>
                  <a:cubicBezTo>
                    <a:pt x="7078" y="1405"/>
                    <a:pt x="7213" y="1524"/>
                    <a:pt x="7363" y="1524"/>
                  </a:cubicBezTo>
                  <a:lnTo>
                    <a:pt x="7482" y="1524"/>
                  </a:lnTo>
                  <a:cubicBezTo>
                    <a:pt x="7855" y="1524"/>
                    <a:pt x="8169" y="1823"/>
                    <a:pt x="8169" y="2211"/>
                  </a:cubicBezTo>
                  <a:lnTo>
                    <a:pt x="8169" y="3167"/>
                  </a:lnTo>
                  <a:cubicBezTo>
                    <a:pt x="7735" y="3151"/>
                    <a:pt x="7303" y="2972"/>
                    <a:pt x="7019" y="2643"/>
                  </a:cubicBezTo>
                  <a:lnTo>
                    <a:pt x="6736" y="2330"/>
                  </a:lnTo>
                  <a:cubicBezTo>
                    <a:pt x="6687" y="2273"/>
                    <a:pt x="6615" y="2246"/>
                    <a:pt x="6541" y="2246"/>
                  </a:cubicBezTo>
                  <a:cubicBezTo>
                    <a:pt x="6500" y="2246"/>
                    <a:pt x="6459" y="2254"/>
                    <a:pt x="6421" y="2271"/>
                  </a:cubicBezTo>
                  <a:lnTo>
                    <a:pt x="4794" y="3017"/>
                  </a:lnTo>
                  <a:cubicBezTo>
                    <a:pt x="4585" y="3107"/>
                    <a:pt x="4361" y="3167"/>
                    <a:pt x="4137" y="3167"/>
                  </a:cubicBezTo>
                  <a:lnTo>
                    <a:pt x="3524" y="3167"/>
                  </a:lnTo>
                  <a:lnTo>
                    <a:pt x="3524" y="2480"/>
                  </a:lnTo>
                  <a:cubicBezTo>
                    <a:pt x="3524" y="1419"/>
                    <a:pt x="4391" y="553"/>
                    <a:pt x="5451" y="553"/>
                  </a:cubicBezTo>
                  <a:close/>
                  <a:moveTo>
                    <a:pt x="6467" y="2852"/>
                  </a:moveTo>
                  <a:lnTo>
                    <a:pt x="6601" y="3017"/>
                  </a:lnTo>
                  <a:cubicBezTo>
                    <a:pt x="6959" y="3406"/>
                    <a:pt x="7452" y="3644"/>
                    <a:pt x="7974" y="3704"/>
                  </a:cubicBezTo>
                  <a:lnTo>
                    <a:pt x="7974" y="4405"/>
                  </a:lnTo>
                  <a:cubicBezTo>
                    <a:pt x="7974" y="5138"/>
                    <a:pt x="7572" y="5795"/>
                    <a:pt x="6974" y="6167"/>
                  </a:cubicBezTo>
                  <a:cubicBezTo>
                    <a:pt x="6679" y="6360"/>
                    <a:pt x="6318" y="6476"/>
                    <a:pt x="5958" y="6476"/>
                  </a:cubicBezTo>
                  <a:cubicBezTo>
                    <a:pt x="5898" y="6476"/>
                    <a:pt x="5839" y="6473"/>
                    <a:pt x="5780" y="6466"/>
                  </a:cubicBezTo>
                  <a:cubicBezTo>
                    <a:pt x="4645" y="6377"/>
                    <a:pt x="3839" y="5466"/>
                    <a:pt x="3839" y="4242"/>
                  </a:cubicBezTo>
                  <a:lnTo>
                    <a:pt x="3839" y="3704"/>
                  </a:lnTo>
                  <a:lnTo>
                    <a:pt x="4137" y="3704"/>
                  </a:lnTo>
                  <a:cubicBezTo>
                    <a:pt x="4436" y="3704"/>
                    <a:pt x="4749" y="3644"/>
                    <a:pt x="5018" y="3509"/>
                  </a:cubicBezTo>
                  <a:lnTo>
                    <a:pt x="6467" y="2852"/>
                  </a:lnTo>
                  <a:close/>
                  <a:moveTo>
                    <a:pt x="6974" y="6795"/>
                  </a:moveTo>
                  <a:lnTo>
                    <a:pt x="7168" y="7736"/>
                  </a:lnTo>
                  <a:cubicBezTo>
                    <a:pt x="7154" y="7766"/>
                    <a:pt x="7138" y="7780"/>
                    <a:pt x="7108" y="7810"/>
                  </a:cubicBezTo>
                  <a:cubicBezTo>
                    <a:pt x="6839" y="8184"/>
                    <a:pt x="6407" y="8393"/>
                    <a:pt x="5943" y="8393"/>
                  </a:cubicBezTo>
                  <a:cubicBezTo>
                    <a:pt x="5466" y="8393"/>
                    <a:pt x="5003" y="8139"/>
                    <a:pt x="4735" y="7736"/>
                  </a:cubicBezTo>
                  <a:lnTo>
                    <a:pt x="4884" y="6810"/>
                  </a:lnTo>
                  <a:cubicBezTo>
                    <a:pt x="5211" y="6956"/>
                    <a:pt x="5559" y="7027"/>
                    <a:pt x="5907" y="7027"/>
                  </a:cubicBezTo>
                  <a:cubicBezTo>
                    <a:pt x="6273" y="7027"/>
                    <a:pt x="6637" y="6948"/>
                    <a:pt x="6974" y="6795"/>
                  </a:cubicBezTo>
                  <a:close/>
                  <a:moveTo>
                    <a:pt x="7586" y="8094"/>
                  </a:moveTo>
                  <a:lnTo>
                    <a:pt x="8094" y="8214"/>
                  </a:lnTo>
                  <a:cubicBezTo>
                    <a:pt x="7646" y="8990"/>
                    <a:pt x="6855" y="9438"/>
                    <a:pt x="5959" y="9438"/>
                  </a:cubicBezTo>
                  <a:cubicBezTo>
                    <a:pt x="5063" y="9438"/>
                    <a:pt x="4271" y="8975"/>
                    <a:pt x="3809" y="8214"/>
                  </a:cubicBezTo>
                  <a:lnTo>
                    <a:pt x="4316" y="8094"/>
                  </a:lnTo>
                  <a:cubicBezTo>
                    <a:pt x="4689" y="8632"/>
                    <a:pt x="5316" y="8945"/>
                    <a:pt x="5959" y="8945"/>
                  </a:cubicBezTo>
                  <a:cubicBezTo>
                    <a:pt x="6601" y="8945"/>
                    <a:pt x="7213" y="8632"/>
                    <a:pt x="7586" y="8094"/>
                  </a:cubicBezTo>
                  <a:close/>
                  <a:moveTo>
                    <a:pt x="11275" y="9990"/>
                  </a:moveTo>
                  <a:cubicBezTo>
                    <a:pt x="12245" y="9990"/>
                    <a:pt x="13067" y="10796"/>
                    <a:pt x="13067" y="11782"/>
                  </a:cubicBezTo>
                  <a:cubicBezTo>
                    <a:pt x="13067" y="12768"/>
                    <a:pt x="12261" y="13560"/>
                    <a:pt x="11275" y="13560"/>
                  </a:cubicBezTo>
                  <a:cubicBezTo>
                    <a:pt x="10304" y="13560"/>
                    <a:pt x="9483" y="12753"/>
                    <a:pt x="9483" y="11782"/>
                  </a:cubicBezTo>
                  <a:cubicBezTo>
                    <a:pt x="9483" y="10796"/>
                    <a:pt x="10289" y="9990"/>
                    <a:pt x="11275" y="9990"/>
                  </a:cubicBezTo>
                  <a:close/>
                  <a:moveTo>
                    <a:pt x="5451" y="1"/>
                  </a:moveTo>
                  <a:cubicBezTo>
                    <a:pt x="4092" y="1"/>
                    <a:pt x="2987" y="1120"/>
                    <a:pt x="2987" y="2480"/>
                  </a:cubicBezTo>
                  <a:lnTo>
                    <a:pt x="2987" y="3435"/>
                  </a:lnTo>
                  <a:cubicBezTo>
                    <a:pt x="2987" y="3585"/>
                    <a:pt x="3106" y="3704"/>
                    <a:pt x="3256" y="3704"/>
                  </a:cubicBezTo>
                  <a:lnTo>
                    <a:pt x="3286" y="3704"/>
                  </a:lnTo>
                  <a:lnTo>
                    <a:pt x="3286" y="4242"/>
                  </a:lnTo>
                  <a:cubicBezTo>
                    <a:pt x="3286" y="4988"/>
                    <a:pt x="3540" y="5675"/>
                    <a:pt x="4002" y="6183"/>
                  </a:cubicBezTo>
                  <a:cubicBezTo>
                    <a:pt x="4122" y="6302"/>
                    <a:pt x="4241" y="6422"/>
                    <a:pt x="4376" y="6526"/>
                  </a:cubicBezTo>
                  <a:lnTo>
                    <a:pt x="4211" y="7557"/>
                  </a:lnTo>
                  <a:lnTo>
                    <a:pt x="2196" y="8035"/>
                  </a:lnTo>
                  <a:cubicBezTo>
                    <a:pt x="1613" y="8168"/>
                    <a:pt x="1076" y="8453"/>
                    <a:pt x="687" y="8871"/>
                  </a:cubicBezTo>
                  <a:cubicBezTo>
                    <a:pt x="239" y="9319"/>
                    <a:pt x="0" y="9886"/>
                    <a:pt x="0" y="10484"/>
                  </a:cubicBezTo>
                  <a:lnTo>
                    <a:pt x="0" y="12827"/>
                  </a:lnTo>
                  <a:cubicBezTo>
                    <a:pt x="0" y="12977"/>
                    <a:pt x="135" y="13096"/>
                    <a:pt x="285" y="13096"/>
                  </a:cubicBezTo>
                  <a:lnTo>
                    <a:pt x="4794" y="13096"/>
                  </a:lnTo>
                  <a:cubicBezTo>
                    <a:pt x="4944" y="13096"/>
                    <a:pt x="5063" y="12977"/>
                    <a:pt x="5063" y="12827"/>
                  </a:cubicBezTo>
                  <a:cubicBezTo>
                    <a:pt x="5063" y="12678"/>
                    <a:pt x="4944" y="12544"/>
                    <a:pt x="4794" y="12544"/>
                  </a:cubicBezTo>
                  <a:lnTo>
                    <a:pt x="2405" y="12544"/>
                  </a:lnTo>
                  <a:lnTo>
                    <a:pt x="2405" y="11364"/>
                  </a:lnTo>
                  <a:cubicBezTo>
                    <a:pt x="2405" y="11215"/>
                    <a:pt x="2270" y="11095"/>
                    <a:pt x="2121" y="11095"/>
                  </a:cubicBezTo>
                  <a:cubicBezTo>
                    <a:pt x="1971" y="11095"/>
                    <a:pt x="1852" y="11215"/>
                    <a:pt x="1852" y="11364"/>
                  </a:cubicBezTo>
                  <a:lnTo>
                    <a:pt x="1852" y="12544"/>
                  </a:lnTo>
                  <a:lnTo>
                    <a:pt x="553" y="12544"/>
                  </a:lnTo>
                  <a:lnTo>
                    <a:pt x="553" y="10484"/>
                  </a:lnTo>
                  <a:cubicBezTo>
                    <a:pt x="553" y="9751"/>
                    <a:pt x="1105" y="8841"/>
                    <a:pt x="2315" y="8572"/>
                  </a:cubicBezTo>
                  <a:lnTo>
                    <a:pt x="3256" y="8348"/>
                  </a:lnTo>
                  <a:lnTo>
                    <a:pt x="3301" y="8437"/>
                  </a:lnTo>
                  <a:cubicBezTo>
                    <a:pt x="3839" y="9408"/>
                    <a:pt x="4838" y="9990"/>
                    <a:pt x="5959" y="9990"/>
                  </a:cubicBezTo>
                  <a:cubicBezTo>
                    <a:pt x="7078" y="9990"/>
                    <a:pt x="8064" y="9408"/>
                    <a:pt x="8617" y="8437"/>
                  </a:cubicBezTo>
                  <a:lnTo>
                    <a:pt x="8661" y="8348"/>
                  </a:lnTo>
                  <a:lnTo>
                    <a:pt x="9557" y="8572"/>
                  </a:lnTo>
                  <a:cubicBezTo>
                    <a:pt x="10140" y="8721"/>
                    <a:pt x="10648" y="9050"/>
                    <a:pt x="10961" y="9453"/>
                  </a:cubicBezTo>
                  <a:cubicBezTo>
                    <a:pt x="9812" y="9617"/>
                    <a:pt x="8930" y="10633"/>
                    <a:pt x="8930" y="11782"/>
                  </a:cubicBezTo>
                  <a:cubicBezTo>
                    <a:pt x="8930" y="12036"/>
                    <a:pt x="8975" y="12305"/>
                    <a:pt x="9065" y="12544"/>
                  </a:cubicBezTo>
                  <a:lnTo>
                    <a:pt x="7213" y="12544"/>
                  </a:lnTo>
                  <a:cubicBezTo>
                    <a:pt x="7064" y="12544"/>
                    <a:pt x="6945" y="12678"/>
                    <a:pt x="6945" y="12827"/>
                  </a:cubicBezTo>
                  <a:cubicBezTo>
                    <a:pt x="6945" y="12977"/>
                    <a:pt x="7064" y="13096"/>
                    <a:pt x="7213" y="13096"/>
                  </a:cubicBezTo>
                  <a:lnTo>
                    <a:pt x="9348" y="13096"/>
                  </a:lnTo>
                  <a:cubicBezTo>
                    <a:pt x="9766" y="13709"/>
                    <a:pt x="10483" y="14111"/>
                    <a:pt x="11275" y="14111"/>
                  </a:cubicBezTo>
                  <a:cubicBezTo>
                    <a:pt x="12574" y="14111"/>
                    <a:pt x="13619" y="13066"/>
                    <a:pt x="13619" y="11782"/>
                  </a:cubicBezTo>
                  <a:cubicBezTo>
                    <a:pt x="13619" y="10603"/>
                    <a:pt x="12753" y="9632"/>
                    <a:pt x="11618" y="9468"/>
                  </a:cubicBezTo>
                  <a:cubicBezTo>
                    <a:pt x="11259" y="8796"/>
                    <a:pt x="10543" y="8258"/>
                    <a:pt x="9706" y="8035"/>
                  </a:cubicBezTo>
                  <a:lnTo>
                    <a:pt x="9692" y="8035"/>
                  </a:lnTo>
                  <a:lnTo>
                    <a:pt x="7691" y="7557"/>
                  </a:lnTo>
                  <a:lnTo>
                    <a:pt x="7526" y="6721"/>
                  </a:lnTo>
                  <a:lnTo>
                    <a:pt x="7482" y="6496"/>
                  </a:lnTo>
                  <a:cubicBezTo>
                    <a:pt x="7572" y="6422"/>
                    <a:pt x="7661" y="6347"/>
                    <a:pt x="7751" y="6257"/>
                  </a:cubicBezTo>
                  <a:cubicBezTo>
                    <a:pt x="8243" y="5749"/>
                    <a:pt x="8512" y="5108"/>
                    <a:pt x="8512" y="4405"/>
                  </a:cubicBezTo>
                  <a:lnTo>
                    <a:pt x="8512" y="3704"/>
                  </a:lnTo>
                  <a:cubicBezTo>
                    <a:pt x="8631" y="3674"/>
                    <a:pt x="8721" y="3555"/>
                    <a:pt x="8721" y="3435"/>
                  </a:cubicBezTo>
                  <a:lnTo>
                    <a:pt x="8721" y="2211"/>
                  </a:lnTo>
                  <a:cubicBezTo>
                    <a:pt x="8721" y="1568"/>
                    <a:pt x="8229" y="1031"/>
                    <a:pt x="7602" y="971"/>
                  </a:cubicBezTo>
                  <a:cubicBezTo>
                    <a:pt x="7482" y="419"/>
                    <a:pt x="6989" y="1"/>
                    <a:pt x="6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85ffdd79b0_0_30"/>
            <p:cNvSpPr/>
            <p:nvPr/>
          </p:nvSpPr>
          <p:spPr>
            <a:xfrm>
              <a:off x="4899301" y="2184512"/>
              <a:ext cx="25075" cy="32340"/>
            </a:xfrm>
            <a:custGeom>
              <a:rect b="b" l="l" r="r" t="t"/>
              <a:pathLst>
                <a:path extrusionOk="0" h="1291" w="1001">
                  <a:moveTo>
                    <a:pt x="520" y="1"/>
                  </a:moveTo>
                  <a:cubicBezTo>
                    <a:pt x="406" y="1"/>
                    <a:pt x="303" y="68"/>
                    <a:pt x="269" y="171"/>
                  </a:cubicBezTo>
                  <a:lnTo>
                    <a:pt x="45" y="753"/>
                  </a:lnTo>
                  <a:cubicBezTo>
                    <a:pt x="0" y="872"/>
                    <a:pt x="15" y="1007"/>
                    <a:pt x="90" y="1111"/>
                  </a:cubicBezTo>
                  <a:cubicBezTo>
                    <a:pt x="164" y="1216"/>
                    <a:pt x="284" y="1290"/>
                    <a:pt x="419" y="1290"/>
                  </a:cubicBezTo>
                  <a:lnTo>
                    <a:pt x="732" y="1290"/>
                  </a:lnTo>
                  <a:cubicBezTo>
                    <a:pt x="881" y="1290"/>
                    <a:pt x="1000" y="1157"/>
                    <a:pt x="1000" y="1007"/>
                  </a:cubicBezTo>
                  <a:cubicBezTo>
                    <a:pt x="1000" y="858"/>
                    <a:pt x="881" y="738"/>
                    <a:pt x="732" y="738"/>
                  </a:cubicBezTo>
                  <a:lnTo>
                    <a:pt x="642" y="738"/>
                  </a:lnTo>
                  <a:lnTo>
                    <a:pt x="777" y="365"/>
                  </a:lnTo>
                  <a:cubicBezTo>
                    <a:pt x="837" y="231"/>
                    <a:pt x="761" y="66"/>
                    <a:pt x="628" y="22"/>
                  </a:cubicBezTo>
                  <a:cubicBezTo>
                    <a:pt x="592" y="7"/>
                    <a:pt x="555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85ffdd79b0_0_30"/>
            <p:cNvSpPr/>
            <p:nvPr/>
          </p:nvSpPr>
          <p:spPr>
            <a:xfrm>
              <a:off x="5018239" y="2356731"/>
              <a:ext cx="55386" cy="55386"/>
            </a:xfrm>
            <a:custGeom>
              <a:rect b="b" l="l" r="r" t="t"/>
              <a:pathLst>
                <a:path extrusionOk="0" h="2211" w="2211">
                  <a:moveTo>
                    <a:pt x="1106" y="0"/>
                  </a:moveTo>
                  <a:cubicBezTo>
                    <a:pt x="957" y="0"/>
                    <a:pt x="837" y="119"/>
                    <a:pt x="837" y="269"/>
                  </a:cubicBezTo>
                  <a:lnTo>
                    <a:pt x="837" y="836"/>
                  </a:lnTo>
                  <a:lnTo>
                    <a:pt x="270" y="836"/>
                  </a:lnTo>
                  <a:cubicBezTo>
                    <a:pt x="120" y="836"/>
                    <a:pt x="1" y="956"/>
                    <a:pt x="1" y="1105"/>
                  </a:cubicBezTo>
                  <a:cubicBezTo>
                    <a:pt x="1" y="1254"/>
                    <a:pt x="120" y="1389"/>
                    <a:pt x="270" y="1389"/>
                  </a:cubicBezTo>
                  <a:lnTo>
                    <a:pt x="837" y="1389"/>
                  </a:lnTo>
                  <a:lnTo>
                    <a:pt x="837" y="1941"/>
                  </a:lnTo>
                  <a:cubicBezTo>
                    <a:pt x="837" y="2091"/>
                    <a:pt x="957" y="2210"/>
                    <a:pt x="1106" y="2210"/>
                  </a:cubicBezTo>
                  <a:cubicBezTo>
                    <a:pt x="1255" y="2210"/>
                    <a:pt x="1389" y="2091"/>
                    <a:pt x="1389" y="1941"/>
                  </a:cubicBezTo>
                  <a:lnTo>
                    <a:pt x="1389" y="1389"/>
                  </a:lnTo>
                  <a:lnTo>
                    <a:pt x="1942" y="1389"/>
                  </a:lnTo>
                  <a:cubicBezTo>
                    <a:pt x="2092" y="1389"/>
                    <a:pt x="2211" y="1254"/>
                    <a:pt x="2211" y="1105"/>
                  </a:cubicBezTo>
                  <a:cubicBezTo>
                    <a:pt x="2211" y="956"/>
                    <a:pt x="2092" y="836"/>
                    <a:pt x="1942" y="836"/>
                  </a:cubicBezTo>
                  <a:lnTo>
                    <a:pt x="1389" y="836"/>
                  </a:lnTo>
                  <a:lnTo>
                    <a:pt x="1389" y="269"/>
                  </a:lnTo>
                  <a:cubicBezTo>
                    <a:pt x="1389" y="119"/>
                    <a:pt x="125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g385ffdd79b0_0_30"/>
            <p:cNvSpPr/>
            <p:nvPr/>
          </p:nvSpPr>
          <p:spPr>
            <a:xfrm>
              <a:off x="4907142" y="2403624"/>
              <a:ext cx="14629" cy="13903"/>
            </a:xfrm>
            <a:custGeom>
              <a:rect b="b" l="l" r="r" t="t"/>
              <a:pathLst>
                <a:path extrusionOk="0" h="555" w="584">
                  <a:moveTo>
                    <a:pt x="275" y="0"/>
                  </a:moveTo>
                  <a:cubicBezTo>
                    <a:pt x="253" y="0"/>
                    <a:pt x="231" y="3"/>
                    <a:pt x="209" y="9"/>
                  </a:cubicBezTo>
                  <a:cubicBezTo>
                    <a:pt x="90" y="39"/>
                    <a:pt x="0" y="144"/>
                    <a:pt x="0" y="264"/>
                  </a:cubicBezTo>
                  <a:cubicBezTo>
                    <a:pt x="0" y="437"/>
                    <a:pt x="140" y="555"/>
                    <a:pt x="286" y="555"/>
                  </a:cubicBezTo>
                  <a:cubicBezTo>
                    <a:pt x="353" y="555"/>
                    <a:pt x="422" y="530"/>
                    <a:pt x="478" y="473"/>
                  </a:cubicBezTo>
                  <a:cubicBezTo>
                    <a:pt x="568" y="368"/>
                    <a:pt x="583" y="234"/>
                    <a:pt x="508" y="129"/>
                  </a:cubicBezTo>
                  <a:cubicBezTo>
                    <a:pt x="449" y="46"/>
                    <a:pt x="361" y="0"/>
                    <a:pt x="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4" name="Google Shape;524;g385ffdd79b0_0_30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Metodología de Trabajo</a:t>
            </a:r>
            <a:endParaRPr sz="2400"/>
          </a:p>
        </p:txBody>
      </p:sp>
      <p:pic>
        <p:nvPicPr>
          <p:cNvPr id="525" name="Google Shape;525;g385ffdd79b0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3399" y="3470506"/>
            <a:ext cx="2329523" cy="1504876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g385ffdd79b0_0_30"/>
          <p:cNvSpPr txBox="1"/>
          <p:nvPr/>
        </p:nvSpPr>
        <p:spPr>
          <a:xfrm>
            <a:off x="686534" y="3051826"/>
            <a:ext cx="5578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Durante todo el proceso se aplicaron buenas prácticas de desarrollo, uso de control de versiones en </a:t>
            </a: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GitHub</a:t>
            </a: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, y pruebas funcionales en cada módulo antes de su integración general.</a:t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Además, el equipo mantuvo una comunicación constante y planificación mediante la </a:t>
            </a: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Carta Gantt,</a:t>
            </a:r>
            <a:r>
              <a:rPr b="0" i="0" lang="en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 permitiendo ajustar los tiempos y actividades cuando fue necesario, sin afectar la calidad ni el cumplimiento de los plazos establecidos.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g385ffdd79b0_0_30"/>
          <p:cNvSpPr txBox="1"/>
          <p:nvPr>
            <p:ph type="title"/>
          </p:nvPr>
        </p:nvSpPr>
        <p:spPr>
          <a:xfrm>
            <a:off x="727497" y="436340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/>
              <a:t>Requerimientos → Diseño → Desarrollo → Pruebas → Entrega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7c1c52d414_0_149"/>
          <p:cNvSpPr txBox="1"/>
          <p:nvPr>
            <p:ph type="title"/>
          </p:nvPr>
        </p:nvSpPr>
        <p:spPr>
          <a:xfrm>
            <a:off x="720000" y="836350"/>
            <a:ext cx="79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Cronograma para el desarrollo del proyecto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33" name="Google Shape;533;g37c1c52d414_0_149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34" name="Google Shape;534;g37c1c52d414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g37c1c52d414_0_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0238" y="1357527"/>
            <a:ext cx="6950926" cy="3185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191919">
                <a:alpha val="49019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85ffdd79b0_0_58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41" name="Google Shape;541;g385ffdd79b0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85ffdd79b0_0_58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Arquitectura del Software</a:t>
            </a:r>
            <a:endParaRPr sz="2400"/>
          </a:p>
        </p:txBody>
      </p:sp>
      <p:pic>
        <p:nvPicPr>
          <p:cNvPr id="543" name="Google Shape;543;g385ffdd79b0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1113" y="1621703"/>
            <a:ext cx="6581775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85ffdd79b0_0_7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49" name="Google Shape;549;g385ffdd79b0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g385ffdd79b0_0_7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Modelo de Datos</a:t>
            </a:r>
            <a:endParaRPr sz="2400"/>
          </a:p>
        </p:txBody>
      </p:sp>
      <p:pic>
        <p:nvPicPr>
          <p:cNvPr id="551" name="Google Shape;551;g385ffdd79b0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425" y="1457250"/>
            <a:ext cx="4018250" cy="317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385ffdd79b0_0_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0700" y="1300675"/>
            <a:ext cx="3805800" cy="14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8ae3b323c0_0_116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Tecnologias Usadas</a:t>
            </a:r>
            <a:endParaRPr sz="2400"/>
          </a:p>
        </p:txBody>
      </p:sp>
      <p:sp>
        <p:nvSpPr>
          <p:cNvPr id="558" name="Google Shape;558;g38ae3b323c0_0_116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59" name="Google Shape;559;g38ae3b323c0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8ae3b323c0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25" y="1787375"/>
            <a:ext cx="927650" cy="9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g38ae3b323c0_0_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3533" y="1787377"/>
            <a:ext cx="657238" cy="92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38ae3b323c0_0_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0811" y="1777975"/>
            <a:ext cx="1682601" cy="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g38ae3b323c0_0_1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1633" y="1787390"/>
            <a:ext cx="927651" cy="92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38ae3b323c0_0_1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8150" y="1787400"/>
            <a:ext cx="927650" cy="9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38ae3b323c0_0_1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4675" y="1814845"/>
            <a:ext cx="1052014" cy="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38ae3b323c0_0_1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98150" y="3235438"/>
            <a:ext cx="927648" cy="927648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8ae3b323c0_0_116"/>
          <p:cNvSpPr txBox="1"/>
          <p:nvPr/>
        </p:nvSpPr>
        <p:spPr>
          <a:xfrm>
            <a:off x="539775" y="13775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FRONT-END: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8" name="Google Shape;568;g38ae3b323c0_0_116"/>
          <p:cNvSpPr txBox="1"/>
          <p:nvPr/>
        </p:nvSpPr>
        <p:spPr>
          <a:xfrm>
            <a:off x="4428092" y="1445549"/>
            <a:ext cx="14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BACK-END: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69" name="Google Shape;569;g38ae3b323c0_0_116"/>
          <p:cNvSpPr txBox="1"/>
          <p:nvPr/>
        </p:nvSpPr>
        <p:spPr>
          <a:xfrm>
            <a:off x="1159500" y="2866149"/>
            <a:ext cx="14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BASE DE DATOS: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70" name="Google Shape;570;g38ae3b323c0_0_116"/>
          <p:cNvSpPr txBox="1"/>
          <p:nvPr/>
        </p:nvSpPr>
        <p:spPr>
          <a:xfrm>
            <a:off x="5028542" y="2866150"/>
            <a:ext cx="294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CONTROL DE VERSIONES: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71" name="Google Shape;571;g38ae3b323c0_0_1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89325" y="3173250"/>
            <a:ext cx="1052026" cy="105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8ae3b323c0_0_140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Demostración del Proyecto</a:t>
            </a:r>
            <a:endParaRPr sz="2400"/>
          </a:p>
        </p:txBody>
      </p:sp>
      <p:sp>
        <p:nvSpPr>
          <p:cNvPr id="577" name="Google Shape;577;g38ae3b323c0_0_140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8" name="Google Shape;578;g38ae3b323c0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8ae3b323c0_0_16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Resultados Obtenidos</a:t>
            </a:r>
            <a:endParaRPr sz="2400"/>
          </a:p>
        </p:txBody>
      </p:sp>
      <p:sp>
        <p:nvSpPr>
          <p:cNvPr id="584" name="Google Shape;584;g38ae3b323c0_0_16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85" name="Google Shape;585;g38ae3b323c0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8ae3b323c0_0_188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Obstáculos en el Desarrollo</a:t>
            </a:r>
            <a:endParaRPr sz="2400"/>
          </a:p>
        </p:txBody>
      </p:sp>
      <p:sp>
        <p:nvSpPr>
          <p:cNvPr id="591" name="Google Shape;591;g38ae3b323c0_0_188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92" name="Google Shape;592;g38ae3b323c0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20"/>
          <p:cNvPicPr preferRelativeResize="0"/>
          <p:nvPr/>
        </p:nvPicPr>
        <p:blipFill rotWithShape="1">
          <a:blip r:embed="rId3">
            <a:alphaModFix/>
          </a:blip>
          <a:srcRect b="34736" l="7384" r="8018" t="28457"/>
          <a:stretch/>
        </p:blipFill>
        <p:spPr>
          <a:xfrm>
            <a:off x="7197275" y="344250"/>
            <a:ext cx="1233500" cy="195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8" name="Google Shape;598;p20"/>
          <p:cNvGrpSpPr/>
          <p:nvPr/>
        </p:nvGrpSpPr>
        <p:grpSpPr>
          <a:xfrm rot="-5400000">
            <a:off x="-93023" y="1547225"/>
            <a:ext cx="352108" cy="1260383"/>
            <a:chOff x="8254727" y="-90700"/>
            <a:chExt cx="352108" cy="1260383"/>
          </a:xfrm>
        </p:grpSpPr>
        <p:sp>
          <p:nvSpPr>
            <p:cNvPr id="599" name="Google Shape;599;p20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2" name="Google Shape;602;p20"/>
          <p:cNvPicPr preferRelativeResize="0"/>
          <p:nvPr/>
        </p:nvPicPr>
        <p:blipFill rotWithShape="1">
          <a:blip r:embed="rId4">
            <a:alphaModFix/>
          </a:blip>
          <a:srcRect b="2954" l="0" r="0" t="2963"/>
          <a:stretch/>
        </p:blipFill>
        <p:spPr>
          <a:xfrm>
            <a:off x="156900" y="4182191"/>
            <a:ext cx="2128823" cy="213526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0"/>
          <p:cNvSpPr txBox="1"/>
          <p:nvPr>
            <p:ph type="title"/>
          </p:nvPr>
        </p:nvSpPr>
        <p:spPr>
          <a:xfrm>
            <a:off x="1292250" y="1711275"/>
            <a:ext cx="6559500" cy="1930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800"/>
              <a:t>Gracias por su atención</a:t>
            </a:r>
            <a:endParaRPr sz="4800"/>
          </a:p>
        </p:txBody>
      </p:sp>
      <p:sp>
        <p:nvSpPr>
          <p:cNvPr id="604" name="Google Shape;604;p20"/>
          <p:cNvSpPr txBox="1"/>
          <p:nvPr/>
        </p:nvSpPr>
        <p:spPr>
          <a:xfrm>
            <a:off x="3072000" y="3642075"/>
            <a:ext cx="30000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Preguntas de la Comisión</a:t>
            </a:r>
            <a:endParaRPr b="1" i="0" sz="14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 Website Migration Project Proposal by Slidesgo">
  <a:themeElements>
    <a:clrScheme name="Simple Light">
      <a:dk1>
        <a:srgbClr val="4834D4"/>
      </a:dk1>
      <a:lt1>
        <a:srgbClr val="EAF2FA"/>
      </a:lt1>
      <a:dk2>
        <a:srgbClr val="EA4EE3"/>
      </a:dk2>
      <a:lt2>
        <a:srgbClr val="FFE8F5"/>
      </a:lt2>
      <a:accent1>
        <a:srgbClr val="F9CA2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834D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
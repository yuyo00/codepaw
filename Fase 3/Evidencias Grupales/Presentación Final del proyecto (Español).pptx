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Barlow Medium"/>
      <p:regular r:id="rId21"/>
      <p:bold r:id="rId22"/>
      <p:italic r:id="rId23"/>
      <p:boldItalic r:id="rId24"/>
    </p:embeddedFont>
    <p:embeddedFont>
      <p:font typeface="Barlow"/>
      <p:regular r:id="rId25"/>
      <p:bold r:id="rId26"/>
      <p:italic r:id="rId27"/>
      <p:boldItalic r:id="rId28"/>
    </p:embeddedFont>
    <p:embeddedFont>
      <p:font typeface="Space Grotesk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HZwmttKB+yItTkofiaEUTIjED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E1C2F1-6E87-4DD2-8761-FD37176EA0AC}">
  <a:tblStyle styleId="{D2E1C2F1-6E87-4DD2-8761-FD37176EA0A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arlowMedium-bold.fntdata"/><Relationship Id="rId21" Type="http://schemas.openxmlformats.org/officeDocument/2006/relationships/font" Target="fonts/BarlowMedium-regular.fntdata"/><Relationship Id="rId24" Type="http://schemas.openxmlformats.org/officeDocument/2006/relationships/font" Target="fonts/BarlowMedium-boldItalic.fntdata"/><Relationship Id="rId23" Type="http://schemas.openxmlformats.org/officeDocument/2006/relationships/font" Target="fonts/Barlow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Barlow-bold.fntdata"/><Relationship Id="rId25" Type="http://schemas.openxmlformats.org/officeDocument/2006/relationships/font" Target="fonts/Barlow-regular.fntdata"/><Relationship Id="rId28" Type="http://schemas.openxmlformats.org/officeDocument/2006/relationships/font" Target="fonts/Barlow-boldItalic.fntdata"/><Relationship Id="rId27" Type="http://schemas.openxmlformats.org/officeDocument/2006/relationships/font" Target="fonts/Barl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SpaceGrotesk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5ae13508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a5ae13508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8ae3b323c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8ae3b323c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85ffdd79b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g385ffdd79b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7c1c52d41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g37c1c52d41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85ffdd79b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85ffdd79b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85ffdd79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385ffdd79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ae3b323c0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8ae3b323c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8ae3b323c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g38ae3b323c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ae3b323c0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g38ae3b323c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8ae3b323c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g38ae3b323c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60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60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11" name="Google Shape;11;p60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60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60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60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60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" name="Google Shape;16;p60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17" name="Google Shape;17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92951" y="4027874"/>
            <a:ext cx="2612349" cy="27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60"/>
          <p:cNvSpPr txBox="1"/>
          <p:nvPr>
            <p:ph idx="1" type="body"/>
          </p:nvPr>
        </p:nvSpPr>
        <p:spPr>
          <a:xfrm>
            <a:off x="720000" y="1122425"/>
            <a:ext cx="7704000" cy="3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0" name="Google Shape;20;p60"/>
          <p:cNvGrpSpPr/>
          <p:nvPr/>
        </p:nvGrpSpPr>
        <p:grpSpPr>
          <a:xfrm rot="5400000">
            <a:off x="8884902" y="-90700"/>
            <a:ext cx="352108" cy="1260383"/>
            <a:chOff x="8254727" y="-90700"/>
            <a:chExt cx="352108" cy="1260383"/>
          </a:xfrm>
        </p:grpSpPr>
        <p:sp>
          <p:nvSpPr>
            <p:cNvPr id="21" name="Google Shape;21;p60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60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60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" type="body"/>
          </p:nvPr>
        </p:nvSpPr>
        <p:spPr>
          <a:xfrm>
            <a:off x="720000" y="1215751"/>
            <a:ext cx="7704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pic>
        <p:nvPicPr>
          <p:cNvPr id="27" name="Google Shape;2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59447" y="3497075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44"/>
          <p:cNvGrpSpPr/>
          <p:nvPr/>
        </p:nvGrpSpPr>
        <p:grpSpPr>
          <a:xfrm rot="5400000">
            <a:off x="8262411" y="457615"/>
            <a:ext cx="716934" cy="380217"/>
            <a:chOff x="713225" y="-185425"/>
            <a:chExt cx="1484950" cy="787525"/>
          </a:xfrm>
        </p:grpSpPr>
        <p:sp>
          <p:nvSpPr>
            <p:cNvPr id="29" name="Google Shape;29;p44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4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4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4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4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4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4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4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4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4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4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4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4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4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4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4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4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4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44"/>
          <p:cNvGrpSpPr/>
          <p:nvPr/>
        </p:nvGrpSpPr>
        <p:grpSpPr>
          <a:xfrm rot="10800000">
            <a:off x="713225" y="350248"/>
            <a:ext cx="436989" cy="189261"/>
            <a:chOff x="713225" y="4487573"/>
            <a:chExt cx="436989" cy="189261"/>
          </a:xfrm>
        </p:grpSpPr>
        <p:sp>
          <p:nvSpPr>
            <p:cNvPr id="48" name="Google Shape;48;p44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4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type="title"/>
          </p:nvPr>
        </p:nvSpPr>
        <p:spPr>
          <a:xfrm>
            <a:off x="865625" y="983625"/>
            <a:ext cx="399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" type="subTitle"/>
          </p:nvPr>
        </p:nvSpPr>
        <p:spPr>
          <a:xfrm>
            <a:off x="865625" y="2236100"/>
            <a:ext cx="3992100" cy="2367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53" name="Google Shape;53;p46"/>
          <p:cNvSpPr/>
          <p:nvPr>
            <p:ph idx="2" type="pic"/>
          </p:nvPr>
        </p:nvSpPr>
        <p:spPr>
          <a:xfrm>
            <a:off x="5028725" y="983625"/>
            <a:ext cx="3402000" cy="36204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54" name="Google Shape;54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98797" y="-12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46"/>
          <p:cNvGrpSpPr/>
          <p:nvPr/>
        </p:nvGrpSpPr>
        <p:grpSpPr>
          <a:xfrm>
            <a:off x="713225" y="350248"/>
            <a:ext cx="436989" cy="189261"/>
            <a:chOff x="713225" y="4487573"/>
            <a:chExt cx="436989" cy="189261"/>
          </a:xfrm>
        </p:grpSpPr>
        <p:sp>
          <p:nvSpPr>
            <p:cNvPr id="56" name="Google Shape;56;p46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46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" name="Google Shape;58;p46"/>
          <p:cNvPicPr preferRelativeResize="0"/>
          <p:nvPr/>
        </p:nvPicPr>
        <p:blipFill rotWithShape="1">
          <a:blip r:embed="rId3">
            <a:alphaModFix/>
          </a:blip>
          <a:srcRect b="2954" l="0" r="0" t="2963"/>
          <a:stretch/>
        </p:blipFill>
        <p:spPr>
          <a:xfrm>
            <a:off x="3426475" y="-1245826"/>
            <a:ext cx="1854874" cy="18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9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" name="Google Shape;62;p49"/>
          <p:cNvSpPr txBox="1"/>
          <p:nvPr>
            <p:ph idx="1" type="subTitle"/>
          </p:nvPr>
        </p:nvSpPr>
        <p:spPr>
          <a:xfrm>
            <a:off x="828825" y="2651000"/>
            <a:ext cx="2240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3" name="Google Shape;63;p49"/>
          <p:cNvSpPr txBox="1"/>
          <p:nvPr>
            <p:ph idx="2" type="subTitle"/>
          </p:nvPr>
        </p:nvSpPr>
        <p:spPr>
          <a:xfrm>
            <a:off x="3451795" y="2651000"/>
            <a:ext cx="2240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3" type="subTitle"/>
          </p:nvPr>
        </p:nvSpPr>
        <p:spPr>
          <a:xfrm>
            <a:off x="6074772" y="2651000"/>
            <a:ext cx="2240400" cy="1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4" type="subTitle"/>
          </p:nvPr>
        </p:nvSpPr>
        <p:spPr>
          <a:xfrm>
            <a:off x="828825" y="2018900"/>
            <a:ext cx="2240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6" name="Google Shape;66;p49"/>
          <p:cNvSpPr txBox="1"/>
          <p:nvPr>
            <p:ph idx="5" type="subTitle"/>
          </p:nvPr>
        </p:nvSpPr>
        <p:spPr>
          <a:xfrm>
            <a:off x="3451798" y="2018900"/>
            <a:ext cx="2240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67" name="Google Shape;67;p49"/>
          <p:cNvSpPr txBox="1"/>
          <p:nvPr>
            <p:ph idx="6" type="subTitle"/>
          </p:nvPr>
        </p:nvSpPr>
        <p:spPr>
          <a:xfrm>
            <a:off x="6074772" y="2018900"/>
            <a:ext cx="2240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68" name="Google Shape;6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68378" y="3000388"/>
            <a:ext cx="3215149" cy="3340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71222" y="3770563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49"/>
          <p:cNvGrpSpPr/>
          <p:nvPr/>
        </p:nvGrpSpPr>
        <p:grpSpPr>
          <a:xfrm>
            <a:off x="2767411" y="4704965"/>
            <a:ext cx="716934" cy="380217"/>
            <a:chOff x="713225" y="-185425"/>
            <a:chExt cx="1484950" cy="787525"/>
          </a:xfrm>
        </p:grpSpPr>
        <p:sp>
          <p:nvSpPr>
            <p:cNvPr id="71" name="Google Shape;71;p49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9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9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9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9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9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9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9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9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9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9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9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9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49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49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49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49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49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49"/>
          <p:cNvGrpSpPr/>
          <p:nvPr/>
        </p:nvGrpSpPr>
        <p:grpSpPr>
          <a:xfrm>
            <a:off x="8744600" y="165450"/>
            <a:ext cx="233700" cy="4812600"/>
            <a:chOff x="8744600" y="165450"/>
            <a:chExt cx="233700" cy="4812600"/>
          </a:xfrm>
        </p:grpSpPr>
        <p:sp>
          <p:nvSpPr>
            <p:cNvPr id="90" name="Google Shape;90;p49"/>
            <p:cNvSpPr/>
            <p:nvPr/>
          </p:nvSpPr>
          <p:spPr>
            <a:xfrm>
              <a:off x="8744600" y="165450"/>
              <a:ext cx="233700" cy="48126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91" name="Google Shape;91;p49"/>
            <p:cNvSpPr/>
            <p:nvPr/>
          </p:nvSpPr>
          <p:spPr>
            <a:xfrm>
              <a:off x="8744600" y="1654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7"/>
          <p:cNvSpPr txBox="1"/>
          <p:nvPr>
            <p:ph type="title"/>
          </p:nvPr>
        </p:nvSpPr>
        <p:spPr>
          <a:xfrm>
            <a:off x="713225" y="539500"/>
            <a:ext cx="24021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57"/>
          <p:cNvSpPr txBox="1"/>
          <p:nvPr>
            <p:ph idx="1" type="subTitle"/>
          </p:nvPr>
        </p:nvSpPr>
        <p:spPr>
          <a:xfrm>
            <a:off x="713225" y="1591600"/>
            <a:ext cx="2402100" cy="12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57"/>
          <p:cNvSpPr/>
          <p:nvPr>
            <p:ph idx="2" type="pic"/>
          </p:nvPr>
        </p:nvSpPr>
        <p:spPr>
          <a:xfrm>
            <a:off x="713225" y="2953775"/>
            <a:ext cx="2801100" cy="16503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7"/>
          <p:cNvSpPr/>
          <p:nvPr>
            <p:ph idx="3" type="pic"/>
          </p:nvPr>
        </p:nvSpPr>
        <p:spPr>
          <a:xfrm>
            <a:off x="5629675" y="539500"/>
            <a:ext cx="2801100" cy="22857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7"/>
          <p:cNvSpPr/>
          <p:nvPr>
            <p:ph idx="4" type="pic"/>
          </p:nvPr>
        </p:nvSpPr>
        <p:spPr>
          <a:xfrm>
            <a:off x="3671775" y="2953775"/>
            <a:ext cx="4740300" cy="16503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7"/>
          <p:cNvSpPr/>
          <p:nvPr>
            <p:ph idx="5" type="pic"/>
          </p:nvPr>
        </p:nvSpPr>
        <p:spPr>
          <a:xfrm>
            <a:off x="3167925" y="539500"/>
            <a:ext cx="2304300" cy="22857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99" name="Google Shape;99;p57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5548578" y="3661938"/>
            <a:ext cx="3484151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63899" y="-1778447"/>
            <a:ext cx="3904127" cy="4056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_1_1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4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" name="Google Shape;103;p54"/>
          <p:cNvGrpSpPr/>
          <p:nvPr/>
        </p:nvGrpSpPr>
        <p:grpSpPr>
          <a:xfrm>
            <a:off x="165600" y="4744350"/>
            <a:ext cx="8813100" cy="233700"/>
            <a:chOff x="165600" y="4744350"/>
            <a:chExt cx="8813100" cy="233700"/>
          </a:xfrm>
        </p:grpSpPr>
        <p:sp>
          <p:nvSpPr>
            <p:cNvPr id="104" name="Google Shape;104;p54"/>
            <p:cNvSpPr/>
            <p:nvPr/>
          </p:nvSpPr>
          <p:spPr>
            <a:xfrm rot="-5400000">
              <a:off x="4455300" y="454650"/>
              <a:ext cx="233700" cy="88131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05" name="Google Shape;105;p54"/>
            <p:cNvSpPr/>
            <p:nvPr/>
          </p:nvSpPr>
          <p:spPr>
            <a:xfrm rot="-5400000">
              <a:off x="7176000" y="42847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106" name="Google Shape;106;p54"/>
          <p:cNvSpPr/>
          <p:nvPr/>
        </p:nvSpPr>
        <p:spPr>
          <a:xfrm>
            <a:off x="235977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4"/>
          <p:cNvSpPr/>
          <p:nvPr/>
        </p:nvSpPr>
        <p:spPr>
          <a:xfrm>
            <a:off x="165600" y="165450"/>
            <a:ext cx="306900" cy="306900"/>
          </a:xfrm>
          <a:prstGeom prst="mathMultiply">
            <a:avLst>
              <a:gd fmla="val 0" name="adj1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4"/>
          <p:cNvSpPr/>
          <p:nvPr/>
        </p:nvSpPr>
        <p:spPr>
          <a:xfrm>
            <a:off x="478552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4"/>
          <p:cNvSpPr/>
          <p:nvPr/>
        </p:nvSpPr>
        <p:spPr>
          <a:xfrm>
            <a:off x="721127" y="235802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4"/>
          <p:cNvSpPr/>
          <p:nvPr/>
        </p:nvSpPr>
        <p:spPr>
          <a:xfrm rot="-8100000">
            <a:off x="766461" y="263602"/>
            <a:ext cx="75519" cy="75943"/>
          </a:xfrm>
          <a:prstGeom prst="halfFrame">
            <a:avLst>
              <a:gd fmla="val 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54"/>
          <p:cNvCxnSpPr/>
          <p:nvPr/>
        </p:nvCxnSpPr>
        <p:spPr>
          <a:xfrm>
            <a:off x="498502" y="318927"/>
            <a:ext cx="12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54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13" name="Google Shape;113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54626" y="-2064397"/>
            <a:ext cx="3904127" cy="4056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54"/>
          <p:cNvGrpSpPr/>
          <p:nvPr/>
        </p:nvGrpSpPr>
        <p:grpSpPr>
          <a:xfrm>
            <a:off x="-583423" y="2732537"/>
            <a:ext cx="1303432" cy="1303432"/>
            <a:chOff x="-146075" y="3670850"/>
            <a:chExt cx="2493175" cy="2493175"/>
          </a:xfrm>
        </p:grpSpPr>
        <p:sp>
          <p:nvSpPr>
            <p:cNvPr id="115" name="Google Shape;115;p54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4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4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4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7013078" y="-2262716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833827" y="-1819987"/>
            <a:ext cx="3484151" cy="36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4"/>
          <p:cNvSpPr txBox="1"/>
          <p:nvPr>
            <p:ph type="title"/>
          </p:nvPr>
        </p:nvSpPr>
        <p:spPr>
          <a:xfrm>
            <a:off x="1292250" y="1711275"/>
            <a:ext cx="6559500" cy="1930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23" name="Google Shape;123;p64"/>
          <p:cNvGrpSpPr/>
          <p:nvPr/>
        </p:nvGrpSpPr>
        <p:grpSpPr>
          <a:xfrm rot="5400000">
            <a:off x="8884902" y="3797750"/>
            <a:ext cx="352108" cy="1260383"/>
            <a:chOff x="8254727" y="-90700"/>
            <a:chExt cx="352108" cy="1260383"/>
          </a:xfrm>
        </p:grpSpPr>
        <p:sp>
          <p:nvSpPr>
            <p:cNvPr id="124" name="Google Shape;124;p64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4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4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64"/>
          <p:cNvGrpSpPr/>
          <p:nvPr/>
        </p:nvGrpSpPr>
        <p:grpSpPr>
          <a:xfrm>
            <a:off x="-583423" y="539512"/>
            <a:ext cx="1303432" cy="1303432"/>
            <a:chOff x="-146075" y="3670850"/>
            <a:chExt cx="2493175" cy="2493175"/>
          </a:xfrm>
        </p:grpSpPr>
        <p:sp>
          <p:nvSpPr>
            <p:cNvPr id="128" name="Google Shape;128;p64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4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4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4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2" name="Google Shape;132;p6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-366339" y="4038425"/>
            <a:ext cx="4954325" cy="36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43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4586698" y="3663800"/>
            <a:ext cx="4954325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43"/>
          <p:cNvPicPr preferRelativeResize="0"/>
          <p:nvPr/>
        </p:nvPicPr>
        <p:blipFill rotWithShape="1">
          <a:blip r:embed="rId3">
            <a:alphaModFix/>
          </a:blip>
          <a:srcRect b="2954" l="0" r="0" t="2963"/>
          <a:stretch/>
        </p:blipFill>
        <p:spPr>
          <a:xfrm>
            <a:off x="7015175" y="4001741"/>
            <a:ext cx="2128823" cy="213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218373" y="-1893241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603" y="-1450512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43"/>
          <p:cNvGrpSpPr/>
          <p:nvPr/>
        </p:nvGrpSpPr>
        <p:grpSpPr>
          <a:xfrm>
            <a:off x="8216127" y="0"/>
            <a:ext cx="352108" cy="1260383"/>
            <a:chOff x="8254727" y="-90700"/>
            <a:chExt cx="352108" cy="1260383"/>
          </a:xfrm>
        </p:grpSpPr>
        <p:sp>
          <p:nvSpPr>
            <p:cNvPr id="139" name="Google Shape;139;p43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3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3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" name="Google Shape;142;p43"/>
          <p:cNvGrpSpPr/>
          <p:nvPr/>
        </p:nvGrpSpPr>
        <p:grpSpPr>
          <a:xfrm>
            <a:off x="534336" y="4579515"/>
            <a:ext cx="716934" cy="380217"/>
            <a:chOff x="713225" y="-185425"/>
            <a:chExt cx="1484950" cy="787525"/>
          </a:xfrm>
        </p:grpSpPr>
        <p:sp>
          <p:nvSpPr>
            <p:cNvPr id="143" name="Google Shape;143;p43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3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43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3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43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43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43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43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43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43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43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3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43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43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3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43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43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3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43"/>
          <p:cNvGrpSpPr/>
          <p:nvPr/>
        </p:nvGrpSpPr>
        <p:grpSpPr>
          <a:xfrm rot="5400000">
            <a:off x="20625" y="4674998"/>
            <a:ext cx="436989" cy="189261"/>
            <a:chOff x="713225" y="4487573"/>
            <a:chExt cx="436989" cy="189261"/>
          </a:xfrm>
        </p:grpSpPr>
        <p:sp>
          <p:nvSpPr>
            <p:cNvPr id="162" name="Google Shape;162;p43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43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43"/>
          <p:cNvSpPr txBox="1"/>
          <p:nvPr>
            <p:ph type="ctrTitle"/>
          </p:nvPr>
        </p:nvSpPr>
        <p:spPr>
          <a:xfrm>
            <a:off x="1740225" y="1301025"/>
            <a:ext cx="5663400" cy="1951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5" name="Google Shape;165;p43"/>
          <p:cNvSpPr txBox="1"/>
          <p:nvPr>
            <p:ph idx="1" type="subTitle"/>
          </p:nvPr>
        </p:nvSpPr>
        <p:spPr>
          <a:xfrm>
            <a:off x="1740225" y="3343550"/>
            <a:ext cx="4381800" cy="475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5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45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169" name="Google Shape;169;p45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45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45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45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45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" name="Google Shape;174;p45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" name="Google Shape;175;p4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45"/>
          <p:cNvSpPr txBox="1"/>
          <p:nvPr>
            <p:ph idx="2" type="title"/>
          </p:nvPr>
        </p:nvSpPr>
        <p:spPr>
          <a:xfrm>
            <a:off x="1201550" y="1555234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7" name="Google Shape;177;p45"/>
          <p:cNvSpPr txBox="1"/>
          <p:nvPr>
            <p:ph idx="3" type="title"/>
          </p:nvPr>
        </p:nvSpPr>
        <p:spPr>
          <a:xfrm>
            <a:off x="4675750" y="155522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8" name="Google Shape;178;p45"/>
          <p:cNvSpPr txBox="1"/>
          <p:nvPr>
            <p:ph idx="4" type="title"/>
          </p:nvPr>
        </p:nvSpPr>
        <p:spPr>
          <a:xfrm>
            <a:off x="1201550" y="257087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9" name="Google Shape;179;p45"/>
          <p:cNvSpPr txBox="1"/>
          <p:nvPr>
            <p:ph idx="5" type="title"/>
          </p:nvPr>
        </p:nvSpPr>
        <p:spPr>
          <a:xfrm>
            <a:off x="4675750" y="257087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0" name="Google Shape;180;p45"/>
          <p:cNvSpPr txBox="1"/>
          <p:nvPr>
            <p:ph idx="6" type="title"/>
          </p:nvPr>
        </p:nvSpPr>
        <p:spPr>
          <a:xfrm>
            <a:off x="1201550" y="3586524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1" name="Google Shape;181;p45"/>
          <p:cNvSpPr txBox="1"/>
          <p:nvPr>
            <p:ph idx="7" type="title"/>
          </p:nvPr>
        </p:nvSpPr>
        <p:spPr>
          <a:xfrm>
            <a:off x="4675750" y="3586525"/>
            <a:ext cx="7347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2" name="Google Shape;182;p45"/>
          <p:cNvSpPr txBox="1"/>
          <p:nvPr>
            <p:ph idx="1" type="subTitle"/>
          </p:nvPr>
        </p:nvSpPr>
        <p:spPr>
          <a:xfrm>
            <a:off x="1936250" y="15552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3" name="Google Shape;183;p45"/>
          <p:cNvSpPr txBox="1"/>
          <p:nvPr>
            <p:ph idx="8" type="subTitle"/>
          </p:nvPr>
        </p:nvSpPr>
        <p:spPr>
          <a:xfrm>
            <a:off x="1936250" y="257087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4" name="Google Shape;184;p45"/>
          <p:cNvSpPr txBox="1"/>
          <p:nvPr>
            <p:ph idx="9" type="subTitle"/>
          </p:nvPr>
        </p:nvSpPr>
        <p:spPr>
          <a:xfrm>
            <a:off x="1936250" y="35865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5" name="Google Shape;185;p45"/>
          <p:cNvSpPr txBox="1"/>
          <p:nvPr>
            <p:ph idx="13" type="subTitle"/>
          </p:nvPr>
        </p:nvSpPr>
        <p:spPr>
          <a:xfrm>
            <a:off x="5410450" y="15552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6" name="Google Shape;186;p45"/>
          <p:cNvSpPr txBox="1"/>
          <p:nvPr>
            <p:ph idx="14" type="subTitle"/>
          </p:nvPr>
        </p:nvSpPr>
        <p:spPr>
          <a:xfrm>
            <a:off x="5410450" y="257087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87" name="Google Shape;187;p45"/>
          <p:cNvSpPr txBox="1"/>
          <p:nvPr>
            <p:ph idx="15" type="subTitle"/>
          </p:nvPr>
        </p:nvSpPr>
        <p:spPr>
          <a:xfrm>
            <a:off x="5410450" y="3586525"/>
            <a:ext cx="25320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188" name="Google Shape;188;p45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7551772" y="3718088"/>
            <a:ext cx="3215149" cy="3340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5"/>
          <p:cNvGrpSpPr/>
          <p:nvPr/>
        </p:nvGrpSpPr>
        <p:grpSpPr>
          <a:xfrm>
            <a:off x="7281727" y="-763938"/>
            <a:ext cx="1303432" cy="1303432"/>
            <a:chOff x="-146075" y="3670850"/>
            <a:chExt cx="2493175" cy="2493175"/>
          </a:xfrm>
        </p:grpSpPr>
        <p:sp>
          <p:nvSpPr>
            <p:cNvPr id="190" name="Google Shape;190;p45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5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5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5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45"/>
          <p:cNvGrpSpPr/>
          <p:nvPr/>
        </p:nvGrpSpPr>
        <p:grpSpPr>
          <a:xfrm rot="5400000">
            <a:off x="112377" y="3973800"/>
            <a:ext cx="352108" cy="1260383"/>
            <a:chOff x="8254727" y="-90700"/>
            <a:chExt cx="352108" cy="1260383"/>
          </a:xfrm>
        </p:grpSpPr>
        <p:sp>
          <p:nvSpPr>
            <p:cNvPr id="195" name="Google Shape;195;p45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5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5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7"/>
          <p:cNvSpPr txBox="1"/>
          <p:nvPr>
            <p:ph type="title"/>
          </p:nvPr>
        </p:nvSpPr>
        <p:spPr>
          <a:xfrm>
            <a:off x="4047175" y="2977300"/>
            <a:ext cx="4383600" cy="1626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47"/>
          <p:cNvSpPr txBox="1"/>
          <p:nvPr>
            <p:ph idx="2" type="title"/>
          </p:nvPr>
        </p:nvSpPr>
        <p:spPr>
          <a:xfrm>
            <a:off x="4047175" y="539500"/>
            <a:ext cx="1474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47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02" name="Google Shape;202;p47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6593928" y="-1917725"/>
            <a:ext cx="3484151" cy="36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5" name="Google Shape;205;p48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206" name="Google Shape;206;p48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8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8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8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8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" name="Google Shape;211;p48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2" name="Google Shape;212;p48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" name="Google Shape;213;p48"/>
          <p:cNvSpPr txBox="1"/>
          <p:nvPr>
            <p:ph idx="1" type="subTitle"/>
          </p:nvPr>
        </p:nvSpPr>
        <p:spPr>
          <a:xfrm>
            <a:off x="4966920" y="2701625"/>
            <a:ext cx="28188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48"/>
          <p:cNvSpPr txBox="1"/>
          <p:nvPr>
            <p:ph idx="2" type="subTitle"/>
          </p:nvPr>
        </p:nvSpPr>
        <p:spPr>
          <a:xfrm>
            <a:off x="1358275" y="2701625"/>
            <a:ext cx="28188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48"/>
          <p:cNvSpPr txBox="1"/>
          <p:nvPr>
            <p:ph idx="3" type="subTitle"/>
          </p:nvPr>
        </p:nvSpPr>
        <p:spPr>
          <a:xfrm>
            <a:off x="1358275" y="2305925"/>
            <a:ext cx="2818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16" name="Google Shape;216;p48"/>
          <p:cNvSpPr txBox="1"/>
          <p:nvPr>
            <p:ph idx="4" type="subTitle"/>
          </p:nvPr>
        </p:nvSpPr>
        <p:spPr>
          <a:xfrm>
            <a:off x="4966914" y="2305925"/>
            <a:ext cx="2818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17" name="Google Shape;217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85728" y="790050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p48"/>
          <p:cNvGrpSpPr/>
          <p:nvPr/>
        </p:nvGrpSpPr>
        <p:grpSpPr>
          <a:xfrm rot="-5400000">
            <a:off x="8878127" y="-90700"/>
            <a:ext cx="352108" cy="1260383"/>
            <a:chOff x="8254727" y="-90700"/>
            <a:chExt cx="352108" cy="1260383"/>
          </a:xfrm>
        </p:grpSpPr>
        <p:sp>
          <p:nvSpPr>
            <p:cNvPr id="219" name="Google Shape;219;p48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8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8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p48"/>
          <p:cNvGrpSpPr/>
          <p:nvPr/>
        </p:nvGrpSpPr>
        <p:grpSpPr>
          <a:xfrm rot="10800000">
            <a:off x="713225" y="4509373"/>
            <a:ext cx="436989" cy="189261"/>
            <a:chOff x="713225" y="4487573"/>
            <a:chExt cx="436989" cy="189261"/>
          </a:xfrm>
        </p:grpSpPr>
        <p:sp>
          <p:nvSpPr>
            <p:cNvPr id="223" name="Google Shape;223;p48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8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0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7" name="Google Shape;227;p50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228" name="Google Shape;228;p50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0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50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50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50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3" name="Google Shape;233;p50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4" name="Google Shape;234;p50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5" name="Google Shape;235;p50"/>
          <p:cNvSpPr txBox="1"/>
          <p:nvPr>
            <p:ph idx="1" type="subTitle"/>
          </p:nvPr>
        </p:nvSpPr>
        <p:spPr>
          <a:xfrm>
            <a:off x="1133926" y="1666975"/>
            <a:ext cx="31158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50"/>
          <p:cNvSpPr txBox="1"/>
          <p:nvPr>
            <p:ph idx="2" type="subTitle"/>
          </p:nvPr>
        </p:nvSpPr>
        <p:spPr>
          <a:xfrm>
            <a:off x="4894256" y="1666975"/>
            <a:ext cx="31158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50"/>
          <p:cNvSpPr txBox="1"/>
          <p:nvPr>
            <p:ph idx="3" type="subTitle"/>
          </p:nvPr>
        </p:nvSpPr>
        <p:spPr>
          <a:xfrm>
            <a:off x="1133925" y="3396200"/>
            <a:ext cx="31158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8" name="Google Shape;238;p50"/>
          <p:cNvSpPr txBox="1"/>
          <p:nvPr>
            <p:ph idx="4" type="subTitle"/>
          </p:nvPr>
        </p:nvSpPr>
        <p:spPr>
          <a:xfrm>
            <a:off x="4894256" y="3396200"/>
            <a:ext cx="31158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50"/>
          <p:cNvSpPr txBox="1"/>
          <p:nvPr>
            <p:ph idx="5" type="subTitle"/>
          </p:nvPr>
        </p:nvSpPr>
        <p:spPr>
          <a:xfrm>
            <a:off x="1133926" y="12712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0" name="Google Shape;240;p50"/>
          <p:cNvSpPr txBox="1"/>
          <p:nvPr>
            <p:ph idx="6" type="subTitle"/>
          </p:nvPr>
        </p:nvSpPr>
        <p:spPr>
          <a:xfrm>
            <a:off x="1133926" y="30081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1" name="Google Shape;241;p50"/>
          <p:cNvSpPr txBox="1"/>
          <p:nvPr>
            <p:ph idx="7" type="subTitle"/>
          </p:nvPr>
        </p:nvSpPr>
        <p:spPr>
          <a:xfrm>
            <a:off x="4894230" y="12712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42" name="Google Shape;242;p50"/>
          <p:cNvSpPr txBox="1"/>
          <p:nvPr>
            <p:ph idx="8" type="subTitle"/>
          </p:nvPr>
        </p:nvSpPr>
        <p:spPr>
          <a:xfrm>
            <a:off x="4894230" y="3008175"/>
            <a:ext cx="3115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243" name="Google Shape;243;p50"/>
          <p:cNvGrpSpPr/>
          <p:nvPr/>
        </p:nvGrpSpPr>
        <p:grpSpPr>
          <a:xfrm>
            <a:off x="-590198" y="1743187"/>
            <a:ext cx="1303432" cy="1303432"/>
            <a:chOff x="-146075" y="3670850"/>
            <a:chExt cx="2493175" cy="2493175"/>
          </a:xfrm>
        </p:grpSpPr>
        <p:sp>
          <p:nvSpPr>
            <p:cNvPr id="244" name="Google Shape;244;p50"/>
            <p:cNvSpPr/>
            <p:nvPr/>
          </p:nvSpPr>
          <p:spPr>
            <a:xfrm>
              <a:off x="-146075" y="3670850"/>
              <a:ext cx="2493175" cy="2493175"/>
            </a:xfrm>
            <a:custGeom>
              <a:rect b="b" l="l" r="r" t="t"/>
              <a:pathLst>
                <a:path extrusionOk="0" h="99727" w="99727">
                  <a:moveTo>
                    <a:pt x="49847" y="1135"/>
                  </a:moveTo>
                  <a:cubicBezTo>
                    <a:pt x="76711" y="1135"/>
                    <a:pt x="98592" y="22983"/>
                    <a:pt x="98592" y="49880"/>
                  </a:cubicBezTo>
                  <a:cubicBezTo>
                    <a:pt x="98592" y="76743"/>
                    <a:pt x="76711" y="98592"/>
                    <a:pt x="49847" y="98592"/>
                  </a:cubicBezTo>
                  <a:cubicBezTo>
                    <a:pt x="22983" y="98592"/>
                    <a:pt x="1100" y="76743"/>
                    <a:pt x="1100" y="49880"/>
                  </a:cubicBezTo>
                  <a:cubicBezTo>
                    <a:pt x="1100" y="22983"/>
                    <a:pt x="22983" y="1135"/>
                    <a:pt x="49847" y="1135"/>
                  </a:cubicBezTo>
                  <a:close/>
                  <a:moveTo>
                    <a:pt x="49847" y="0"/>
                  </a:moveTo>
                  <a:cubicBezTo>
                    <a:pt x="22365" y="0"/>
                    <a:pt x="0" y="22365"/>
                    <a:pt x="0" y="49880"/>
                  </a:cubicBezTo>
                  <a:cubicBezTo>
                    <a:pt x="0" y="77362"/>
                    <a:pt x="22365" y="99727"/>
                    <a:pt x="49847" y="99727"/>
                  </a:cubicBezTo>
                  <a:cubicBezTo>
                    <a:pt x="77329" y="99727"/>
                    <a:pt x="99727" y="77362"/>
                    <a:pt x="99727" y="49880"/>
                  </a:cubicBezTo>
                  <a:cubicBezTo>
                    <a:pt x="99727" y="22365"/>
                    <a:pt x="77329" y="0"/>
                    <a:pt x="498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50"/>
            <p:cNvSpPr/>
            <p:nvPr/>
          </p:nvSpPr>
          <p:spPr>
            <a:xfrm>
              <a:off x="54050" y="3870975"/>
              <a:ext cx="2092100" cy="2092925"/>
            </a:xfrm>
            <a:custGeom>
              <a:rect b="b" l="l" r="r" t="t"/>
              <a:pathLst>
                <a:path extrusionOk="0" h="83717" w="83684">
                  <a:moveTo>
                    <a:pt x="41842" y="1133"/>
                  </a:moveTo>
                  <a:cubicBezTo>
                    <a:pt x="64309" y="1133"/>
                    <a:pt x="82584" y="19408"/>
                    <a:pt x="82584" y="41875"/>
                  </a:cubicBezTo>
                  <a:cubicBezTo>
                    <a:pt x="82584" y="64308"/>
                    <a:pt x="64309" y="82584"/>
                    <a:pt x="41842" y="82584"/>
                  </a:cubicBezTo>
                  <a:cubicBezTo>
                    <a:pt x="19376" y="82584"/>
                    <a:pt x="1133" y="64308"/>
                    <a:pt x="1133" y="41875"/>
                  </a:cubicBezTo>
                  <a:cubicBezTo>
                    <a:pt x="1133" y="19408"/>
                    <a:pt x="19376" y="1133"/>
                    <a:pt x="41842" y="1133"/>
                  </a:cubicBezTo>
                  <a:close/>
                  <a:moveTo>
                    <a:pt x="41842" y="0"/>
                  </a:moveTo>
                  <a:cubicBezTo>
                    <a:pt x="18757" y="0"/>
                    <a:pt x="1" y="18790"/>
                    <a:pt x="1" y="41875"/>
                  </a:cubicBezTo>
                  <a:cubicBezTo>
                    <a:pt x="1" y="64927"/>
                    <a:pt x="18757" y="83716"/>
                    <a:pt x="41842" y="83716"/>
                  </a:cubicBezTo>
                  <a:cubicBezTo>
                    <a:pt x="64927" y="83716"/>
                    <a:pt x="83683" y="64927"/>
                    <a:pt x="83683" y="41875"/>
                  </a:cubicBezTo>
                  <a:cubicBezTo>
                    <a:pt x="83683" y="18790"/>
                    <a:pt x="64927" y="0"/>
                    <a:pt x="418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50"/>
            <p:cNvSpPr/>
            <p:nvPr/>
          </p:nvSpPr>
          <p:spPr>
            <a:xfrm>
              <a:off x="254125" y="4071925"/>
              <a:ext cx="1691875" cy="1691000"/>
            </a:xfrm>
            <a:custGeom>
              <a:rect b="b" l="l" r="r" t="t"/>
              <a:pathLst>
                <a:path extrusionOk="0" h="67640" w="67675">
                  <a:moveTo>
                    <a:pt x="33839" y="1133"/>
                  </a:moveTo>
                  <a:cubicBezTo>
                    <a:pt x="51873" y="1133"/>
                    <a:pt x="66543" y="15803"/>
                    <a:pt x="66543" y="33837"/>
                  </a:cubicBezTo>
                  <a:cubicBezTo>
                    <a:pt x="66543" y="51873"/>
                    <a:pt x="51873" y="66540"/>
                    <a:pt x="33839" y="66540"/>
                  </a:cubicBezTo>
                  <a:cubicBezTo>
                    <a:pt x="15803" y="66540"/>
                    <a:pt x="1136" y="51873"/>
                    <a:pt x="1136" y="33837"/>
                  </a:cubicBezTo>
                  <a:cubicBezTo>
                    <a:pt x="1136" y="15803"/>
                    <a:pt x="15803" y="1133"/>
                    <a:pt x="33839" y="1133"/>
                  </a:cubicBezTo>
                  <a:close/>
                  <a:moveTo>
                    <a:pt x="33839" y="1"/>
                  </a:moveTo>
                  <a:cubicBezTo>
                    <a:pt x="15184" y="1"/>
                    <a:pt x="1" y="15185"/>
                    <a:pt x="1" y="33837"/>
                  </a:cubicBezTo>
                  <a:cubicBezTo>
                    <a:pt x="1" y="52492"/>
                    <a:pt x="15184" y="67640"/>
                    <a:pt x="33839" y="67640"/>
                  </a:cubicBezTo>
                  <a:cubicBezTo>
                    <a:pt x="52491" y="67640"/>
                    <a:pt x="67675" y="52492"/>
                    <a:pt x="67675" y="33837"/>
                  </a:cubicBezTo>
                  <a:cubicBezTo>
                    <a:pt x="67675" y="15185"/>
                    <a:pt x="52491" y="1"/>
                    <a:pt x="338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0"/>
            <p:cNvSpPr/>
            <p:nvPr/>
          </p:nvSpPr>
          <p:spPr>
            <a:xfrm>
              <a:off x="455075" y="4272000"/>
              <a:ext cx="1289975" cy="1290850"/>
            </a:xfrm>
            <a:custGeom>
              <a:rect b="b" l="l" r="r" t="t"/>
              <a:pathLst>
                <a:path extrusionOk="0" h="51634" w="51599">
                  <a:moveTo>
                    <a:pt x="25801" y="1136"/>
                  </a:moveTo>
                  <a:cubicBezTo>
                    <a:pt x="39405" y="1136"/>
                    <a:pt x="50499" y="12197"/>
                    <a:pt x="50499" y="25834"/>
                  </a:cubicBezTo>
                  <a:cubicBezTo>
                    <a:pt x="50499" y="39437"/>
                    <a:pt x="39405" y="50499"/>
                    <a:pt x="25801" y="50499"/>
                  </a:cubicBezTo>
                  <a:cubicBezTo>
                    <a:pt x="12197" y="50499"/>
                    <a:pt x="1100" y="39437"/>
                    <a:pt x="1100" y="25834"/>
                  </a:cubicBezTo>
                  <a:cubicBezTo>
                    <a:pt x="1100" y="12197"/>
                    <a:pt x="12197" y="1136"/>
                    <a:pt x="25801" y="1136"/>
                  </a:cubicBezTo>
                  <a:close/>
                  <a:moveTo>
                    <a:pt x="25801" y="1"/>
                  </a:moveTo>
                  <a:cubicBezTo>
                    <a:pt x="11579" y="1"/>
                    <a:pt x="1" y="11579"/>
                    <a:pt x="1" y="25834"/>
                  </a:cubicBezTo>
                  <a:cubicBezTo>
                    <a:pt x="1" y="40056"/>
                    <a:pt x="11579" y="51634"/>
                    <a:pt x="25801" y="51634"/>
                  </a:cubicBezTo>
                  <a:cubicBezTo>
                    <a:pt x="40023" y="51634"/>
                    <a:pt x="51598" y="40056"/>
                    <a:pt x="51598" y="25834"/>
                  </a:cubicBezTo>
                  <a:cubicBezTo>
                    <a:pt x="51598" y="11579"/>
                    <a:pt x="40023" y="1"/>
                    <a:pt x="25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8" name="Google Shape;248;p50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7820903" y="2015313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50"/>
          <p:cNvGrpSpPr/>
          <p:nvPr/>
        </p:nvGrpSpPr>
        <p:grpSpPr>
          <a:xfrm rot="5400000">
            <a:off x="8306900" y="663373"/>
            <a:ext cx="436989" cy="189261"/>
            <a:chOff x="713225" y="4487573"/>
            <a:chExt cx="436989" cy="189261"/>
          </a:xfrm>
        </p:grpSpPr>
        <p:sp>
          <p:nvSpPr>
            <p:cNvPr id="250" name="Google Shape;250;p50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50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1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51"/>
          <p:cNvGrpSpPr/>
          <p:nvPr/>
        </p:nvGrpSpPr>
        <p:grpSpPr>
          <a:xfrm>
            <a:off x="8744600" y="165450"/>
            <a:ext cx="233700" cy="4812600"/>
            <a:chOff x="8744600" y="165450"/>
            <a:chExt cx="233700" cy="4812600"/>
          </a:xfrm>
        </p:grpSpPr>
        <p:sp>
          <p:nvSpPr>
            <p:cNvPr id="255" name="Google Shape;255;p51"/>
            <p:cNvSpPr/>
            <p:nvPr/>
          </p:nvSpPr>
          <p:spPr>
            <a:xfrm>
              <a:off x="8744600" y="165450"/>
              <a:ext cx="233700" cy="48126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256" name="Google Shape;256;p51"/>
            <p:cNvSpPr/>
            <p:nvPr/>
          </p:nvSpPr>
          <p:spPr>
            <a:xfrm>
              <a:off x="8744600" y="26754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57" name="Google Shape;257;p51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8" name="Google Shape;258;p51"/>
          <p:cNvSpPr txBox="1"/>
          <p:nvPr>
            <p:ph idx="1" type="subTitle"/>
          </p:nvPr>
        </p:nvSpPr>
        <p:spPr>
          <a:xfrm>
            <a:off x="720000" y="1601074"/>
            <a:ext cx="223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9" name="Google Shape;259;p51"/>
          <p:cNvSpPr txBox="1"/>
          <p:nvPr>
            <p:ph idx="2" type="subTitle"/>
          </p:nvPr>
        </p:nvSpPr>
        <p:spPr>
          <a:xfrm>
            <a:off x="3455250" y="1601074"/>
            <a:ext cx="223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51"/>
          <p:cNvSpPr txBox="1"/>
          <p:nvPr>
            <p:ph idx="3" type="subTitle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51"/>
          <p:cNvSpPr txBox="1"/>
          <p:nvPr>
            <p:ph idx="5" type="subTitle"/>
          </p:nvPr>
        </p:nvSpPr>
        <p:spPr>
          <a:xfrm>
            <a:off x="6190500" y="1601074"/>
            <a:ext cx="22335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3" name="Google Shape;263;p51"/>
          <p:cNvSpPr txBox="1"/>
          <p:nvPr>
            <p:ph idx="6" type="subTitle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4" name="Google Shape;264;p51"/>
          <p:cNvSpPr txBox="1"/>
          <p:nvPr>
            <p:ph idx="7" type="subTitle"/>
          </p:nvPr>
        </p:nvSpPr>
        <p:spPr>
          <a:xfrm>
            <a:off x="720000" y="1132400"/>
            <a:ext cx="2233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5" name="Google Shape;265;p51"/>
          <p:cNvSpPr txBox="1"/>
          <p:nvPr>
            <p:ph idx="8" type="subTitle"/>
          </p:nvPr>
        </p:nvSpPr>
        <p:spPr>
          <a:xfrm>
            <a:off x="3455250" y="1132400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6" name="Google Shape;266;p51"/>
          <p:cNvSpPr txBox="1"/>
          <p:nvPr>
            <p:ph idx="9" type="subTitle"/>
          </p:nvPr>
        </p:nvSpPr>
        <p:spPr>
          <a:xfrm>
            <a:off x="6190500" y="1132400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7" name="Google Shape;267;p51"/>
          <p:cNvSpPr txBox="1"/>
          <p:nvPr>
            <p:ph idx="13" type="subTitle"/>
          </p:nvPr>
        </p:nvSpPr>
        <p:spPr>
          <a:xfrm>
            <a:off x="720000" y="2968549"/>
            <a:ext cx="22335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8" name="Google Shape;268;p51"/>
          <p:cNvSpPr txBox="1"/>
          <p:nvPr>
            <p:ph idx="14" type="subTitle"/>
          </p:nvPr>
        </p:nvSpPr>
        <p:spPr>
          <a:xfrm>
            <a:off x="3455250" y="2968555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69" name="Google Shape;269;p51"/>
          <p:cNvSpPr txBox="1"/>
          <p:nvPr>
            <p:ph idx="15" type="subTitle"/>
          </p:nvPr>
        </p:nvSpPr>
        <p:spPr>
          <a:xfrm>
            <a:off x="6190500" y="2968555"/>
            <a:ext cx="22311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pace Grotesk"/>
              <a:buNone/>
              <a:defRPr b="1" sz="18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pic>
        <p:nvPicPr>
          <p:cNvPr id="270" name="Google Shape;270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5003" y="-2325687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" name="Google Shape;271;p51"/>
          <p:cNvGrpSpPr/>
          <p:nvPr/>
        </p:nvGrpSpPr>
        <p:grpSpPr>
          <a:xfrm>
            <a:off x="537177" y="4603850"/>
            <a:ext cx="352108" cy="1260383"/>
            <a:chOff x="8254727" y="-90700"/>
            <a:chExt cx="352108" cy="1260383"/>
          </a:xfrm>
        </p:grpSpPr>
        <p:sp>
          <p:nvSpPr>
            <p:cNvPr id="272" name="Google Shape;272;p51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51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51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2"/>
          <p:cNvSpPr txBox="1"/>
          <p:nvPr>
            <p:ph type="title"/>
          </p:nvPr>
        </p:nvSpPr>
        <p:spPr>
          <a:xfrm>
            <a:off x="2825688" y="1960613"/>
            <a:ext cx="3492600" cy="768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52"/>
          <p:cNvSpPr txBox="1"/>
          <p:nvPr>
            <p:ph idx="1" type="subTitle"/>
          </p:nvPr>
        </p:nvSpPr>
        <p:spPr>
          <a:xfrm>
            <a:off x="2834150" y="2770388"/>
            <a:ext cx="3484200" cy="412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8" name="Google Shape;278;p52"/>
          <p:cNvSpPr txBox="1"/>
          <p:nvPr>
            <p:ph idx="2" type="title"/>
          </p:nvPr>
        </p:nvSpPr>
        <p:spPr>
          <a:xfrm>
            <a:off x="713213" y="539489"/>
            <a:ext cx="3492600" cy="768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52"/>
          <p:cNvSpPr txBox="1"/>
          <p:nvPr>
            <p:ph idx="3" type="subTitle"/>
          </p:nvPr>
        </p:nvSpPr>
        <p:spPr>
          <a:xfrm>
            <a:off x="713225" y="1349275"/>
            <a:ext cx="3492600" cy="412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0" name="Google Shape;280;p52"/>
          <p:cNvSpPr txBox="1"/>
          <p:nvPr>
            <p:ph idx="4" type="title"/>
          </p:nvPr>
        </p:nvSpPr>
        <p:spPr>
          <a:xfrm>
            <a:off x="4938163" y="3381725"/>
            <a:ext cx="3492600" cy="768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52"/>
          <p:cNvSpPr txBox="1"/>
          <p:nvPr>
            <p:ph idx="5" type="subTitle"/>
          </p:nvPr>
        </p:nvSpPr>
        <p:spPr>
          <a:xfrm>
            <a:off x="4938175" y="4191499"/>
            <a:ext cx="3492600" cy="412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3"/>
          <p:cNvSpPr txBox="1"/>
          <p:nvPr>
            <p:ph hasCustomPrompt="1" type="title"/>
          </p:nvPr>
        </p:nvSpPr>
        <p:spPr>
          <a:xfrm>
            <a:off x="2468875" y="1676150"/>
            <a:ext cx="4546500" cy="1293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84" name="Google Shape;284;p53"/>
          <p:cNvSpPr txBox="1"/>
          <p:nvPr>
            <p:ph idx="1" type="subTitle"/>
          </p:nvPr>
        </p:nvSpPr>
        <p:spPr>
          <a:xfrm>
            <a:off x="2128650" y="3042675"/>
            <a:ext cx="4366800" cy="4971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pic>
        <p:nvPicPr>
          <p:cNvPr id="285" name="Google Shape;285;p53"/>
          <p:cNvPicPr preferRelativeResize="0"/>
          <p:nvPr/>
        </p:nvPicPr>
        <p:blipFill rotWithShape="1">
          <a:blip r:embed="rId2">
            <a:alphaModFix/>
          </a:blip>
          <a:srcRect b="2954" l="0" r="0" t="2963"/>
          <a:stretch/>
        </p:blipFill>
        <p:spPr>
          <a:xfrm>
            <a:off x="6835612" y="4109041"/>
            <a:ext cx="2128823" cy="2135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53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-1395752" y="3443038"/>
            <a:ext cx="4954325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12498" y="1392084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5448" y="-2834295"/>
            <a:ext cx="4954325" cy="51478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53"/>
          <p:cNvGrpSpPr/>
          <p:nvPr/>
        </p:nvGrpSpPr>
        <p:grpSpPr>
          <a:xfrm rot="5400000">
            <a:off x="1167352" y="-90700"/>
            <a:ext cx="352108" cy="1260383"/>
            <a:chOff x="8254727" y="-90700"/>
            <a:chExt cx="352108" cy="1260383"/>
          </a:xfrm>
        </p:grpSpPr>
        <p:sp>
          <p:nvSpPr>
            <p:cNvPr id="290" name="Google Shape;290;p53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53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53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5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5"/>
          <p:cNvSpPr/>
          <p:nvPr/>
        </p:nvSpPr>
        <p:spPr>
          <a:xfrm>
            <a:off x="1010000" y="284425"/>
            <a:ext cx="182100" cy="1662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9CA24">
              <a:alpha val="44705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6" name="Google Shape;296;p55"/>
          <p:cNvSpPr/>
          <p:nvPr/>
        </p:nvSpPr>
        <p:spPr>
          <a:xfrm>
            <a:off x="1284232" y="283400"/>
            <a:ext cx="173400" cy="166200"/>
          </a:xfrm>
          <a:prstGeom prst="heart">
            <a:avLst/>
          </a:prstGeom>
          <a:solidFill>
            <a:srgbClr val="EA4EE3">
              <a:alpha val="6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7" name="Google Shape;297;p55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" name="Google Shape;298;p55"/>
          <p:cNvSpPr/>
          <p:nvPr/>
        </p:nvSpPr>
        <p:spPr>
          <a:xfrm>
            <a:off x="1572388" y="285450"/>
            <a:ext cx="6561600" cy="164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299" name="Google Shape;299;p55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-2441347" y="2713163"/>
            <a:ext cx="3484151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46378" y="836700"/>
            <a:ext cx="3484151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5"/>
          <p:cNvGrpSpPr/>
          <p:nvPr/>
        </p:nvGrpSpPr>
        <p:grpSpPr>
          <a:xfrm rot="-5400000">
            <a:off x="8885052" y="305950"/>
            <a:ext cx="352108" cy="1260383"/>
            <a:chOff x="8254727" y="-90700"/>
            <a:chExt cx="352108" cy="1260383"/>
          </a:xfrm>
        </p:grpSpPr>
        <p:sp>
          <p:nvSpPr>
            <p:cNvPr id="302" name="Google Shape;302;p55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55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55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6"/>
          <p:cNvSpPr txBox="1"/>
          <p:nvPr>
            <p:ph type="title"/>
          </p:nvPr>
        </p:nvSpPr>
        <p:spPr>
          <a:xfrm>
            <a:off x="3889175" y="925600"/>
            <a:ext cx="32055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" name="Google Shape;307;p56"/>
          <p:cNvSpPr txBox="1"/>
          <p:nvPr>
            <p:ph idx="1" type="subTitle"/>
          </p:nvPr>
        </p:nvSpPr>
        <p:spPr>
          <a:xfrm>
            <a:off x="3889175" y="2136500"/>
            <a:ext cx="4373700" cy="20814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-5400000">
            <a:off x="7737660" y="971840"/>
            <a:ext cx="4091727" cy="425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5965715" y="3147734"/>
            <a:ext cx="4332524" cy="450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-1919752" y="-1745700"/>
            <a:ext cx="4954325" cy="36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8"/>
          <p:cNvSpPr txBox="1"/>
          <p:nvPr>
            <p:ph type="title"/>
          </p:nvPr>
        </p:nvSpPr>
        <p:spPr>
          <a:xfrm>
            <a:off x="2347950" y="540000"/>
            <a:ext cx="4448100" cy="10590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3" name="Google Shape;313;p58"/>
          <p:cNvSpPr txBox="1"/>
          <p:nvPr>
            <p:ph idx="1" type="subTitle"/>
          </p:nvPr>
        </p:nvSpPr>
        <p:spPr>
          <a:xfrm>
            <a:off x="2347900" y="1773775"/>
            <a:ext cx="4123800" cy="1197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4" name="Google Shape;314;p58"/>
          <p:cNvSpPr txBox="1"/>
          <p:nvPr/>
        </p:nvSpPr>
        <p:spPr>
          <a:xfrm>
            <a:off x="2371300" y="3611950"/>
            <a:ext cx="4401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This presentation template was created by </a:t>
            </a:r>
            <a:r>
              <a:rPr b="1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and includes icons by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and infographics &amp; images by</a:t>
            </a:r>
            <a:r>
              <a:rPr b="0" i="0" lang="en" sz="10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sng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_2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9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59"/>
          <p:cNvGrpSpPr/>
          <p:nvPr/>
        </p:nvGrpSpPr>
        <p:grpSpPr>
          <a:xfrm>
            <a:off x="165600" y="165450"/>
            <a:ext cx="721727" cy="306900"/>
            <a:chOff x="165600" y="165450"/>
            <a:chExt cx="721727" cy="306900"/>
          </a:xfrm>
        </p:grpSpPr>
        <p:sp>
          <p:nvSpPr>
            <p:cNvPr id="318" name="Google Shape;318;p59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59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59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59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59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59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59"/>
          <p:cNvSpPr txBox="1"/>
          <p:nvPr>
            <p:ph idx="1" type="body"/>
          </p:nvPr>
        </p:nvSpPr>
        <p:spPr>
          <a:xfrm>
            <a:off x="720000" y="1122425"/>
            <a:ext cx="7704000" cy="11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761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59"/>
          <p:cNvSpPr txBox="1"/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326" name="Google Shape;32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92951" y="4027874"/>
            <a:ext cx="2612349" cy="2714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59"/>
          <p:cNvGrpSpPr/>
          <p:nvPr/>
        </p:nvGrpSpPr>
        <p:grpSpPr>
          <a:xfrm rot="5400000">
            <a:off x="8884902" y="-90700"/>
            <a:ext cx="352108" cy="1260383"/>
            <a:chOff x="8254727" y="-90700"/>
            <a:chExt cx="352108" cy="1260383"/>
          </a:xfrm>
        </p:grpSpPr>
        <p:sp>
          <p:nvSpPr>
            <p:cNvPr id="328" name="Google Shape;328;p59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59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59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5"/>
          <p:cNvSpPr txBox="1"/>
          <p:nvPr>
            <p:ph type="title"/>
          </p:nvPr>
        </p:nvSpPr>
        <p:spPr>
          <a:xfrm>
            <a:off x="1424400" y="1373850"/>
            <a:ext cx="6295200" cy="17085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3" name="Google Shape;333;p65"/>
          <p:cNvSpPr txBox="1"/>
          <p:nvPr>
            <p:ph idx="1" type="subTitle"/>
          </p:nvPr>
        </p:nvSpPr>
        <p:spPr>
          <a:xfrm>
            <a:off x="2135550" y="3153500"/>
            <a:ext cx="4872900" cy="49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pic>
        <p:nvPicPr>
          <p:cNvPr id="334" name="Google Shape;334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44752" y="3364330"/>
            <a:ext cx="4954325" cy="5147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6099461" y="-2032512"/>
            <a:ext cx="4954325" cy="3620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6" name="Google Shape;336;p65"/>
          <p:cNvGrpSpPr/>
          <p:nvPr/>
        </p:nvGrpSpPr>
        <p:grpSpPr>
          <a:xfrm>
            <a:off x="534336" y="130890"/>
            <a:ext cx="716934" cy="380217"/>
            <a:chOff x="713225" y="-185425"/>
            <a:chExt cx="1484950" cy="787525"/>
          </a:xfrm>
        </p:grpSpPr>
        <p:sp>
          <p:nvSpPr>
            <p:cNvPr id="337" name="Google Shape;337;p65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65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65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5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5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5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65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65"/>
            <p:cNvSpPr/>
            <p:nvPr/>
          </p:nvSpPr>
          <p:spPr>
            <a:xfrm>
              <a:off x="1266300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65"/>
            <p:cNvSpPr/>
            <p:nvPr/>
          </p:nvSpPr>
          <p:spPr>
            <a:xfrm>
              <a:off x="1266300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65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65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5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5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5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5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5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65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5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65"/>
          <p:cNvGrpSpPr/>
          <p:nvPr/>
        </p:nvGrpSpPr>
        <p:grpSpPr>
          <a:xfrm rot="5400000">
            <a:off x="20625" y="226373"/>
            <a:ext cx="436989" cy="189261"/>
            <a:chOff x="713225" y="4487573"/>
            <a:chExt cx="436989" cy="189261"/>
          </a:xfrm>
        </p:grpSpPr>
        <p:sp>
          <p:nvSpPr>
            <p:cNvPr id="356" name="Google Shape;356;p65"/>
            <p:cNvSpPr/>
            <p:nvPr/>
          </p:nvSpPr>
          <p:spPr>
            <a:xfrm>
              <a:off x="713225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5"/>
            <p:cNvSpPr/>
            <p:nvPr/>
          </p:nvSpPr>
          <p:spPr>
            <a:xfrm>
              <a:off x="961021" y="4487573"/>
              <a:ext cx="189193" cy="189261"/>
            </a:xfrm>
            <a:custGeom>
              <a:rect b="b" l="l" r="r" t="t"/>
              <a:pathLst>
                <a:path extrusionOk="0" h="32119" w="32121">
                  <a:moveTo>
                    <a:pt x="5326" y="0"/>
                  </a:moveTo>
                  <a:lnTo>
                    <a:pt x="0" y="5323"/>
                  </a:lnTo>
                  <a:lnTo>
                    <a:pt x="10718" y="16041"/>
                  </a:lnTo>
                  <a:lnTo>
                    <a:pt x="0" y="26795"/>
                  </a:lnTo>
                  <a:lnTo>
                    <a:pt x="5326" y="32118"/>
                  </a:lnTo>
                  <a:lnTo>
                    <a:pt x="16044" y="21400"/>
                  </a:lnTo>
                  <a:lnTo>
                    <a:pt x="26762" y="32118"/>
                  </a:lnTo>
                  <a:lnTo>
                    <a:pt x="32121" y="26795"/>
                  </a:lnTo>
                  <a:lnTo>
                    <a:pt x="21403" y="16041"/>
                  </a:lnTo>
                  <a:lnTo>
                    <a:pt x="32121" y="5323"/>
                  </a:lnTo>
                  <a:lnTo>
                    <a:pt x="26762" y="0"/>
                  </a:lnTo>
                  <a:lnTo>
                    <a:pt x="16044" y="10718"/>
                  </a:lnTo>
                  <a:lnTo>
                    <a:pt x="53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66"/>
          <p:cNvSpPr txBox="1"/>
          <p:nvPr>
            <p:ph type="title"/>
          </p:nvPr>
        </p:nvSpPr>
        <p:spPr>
          <a:xfrm>
            <a:off x="720000" y="3935025"/>
            <a:ext cx="7704000" cy="6522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8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8"/>
          <p:cNvSpPr/>
          <p:nvPr/>
        </p:nvSpPr>
        <p:spPr>
          <a:xfrm>
            <a:off x="235977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8"/>
          <p:cNvSpPr/>
          <p:nvPr/>
        </p:nvSpPr>
        <p:spPr>
          <a:xfrm>
            <a:off x="165600" y="165450"/>
            <a:ext cx="306900" cy="306900"/>
          </a:xfrm>
          <a:prstGeom prst="mathMultiply">
            <a:avLst>
              <a:gd fmla="val 0" name="adj1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8"/>
          <p:cNvSpPr/>
          <p:nvPr/>
        </p:nvSpPr>
        <p:spPr>
          <a:xfrm>
            <a:off x="478552" y="235827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8"/>
          <p:cNvSpPr/>
          <p:nvPr/>
        </p:nvSpPr>
        <p:spPr>
          <a:xfrm>
            <a:off x="721127" y="235802"/>
            <a:ext cx="166200" cy="166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8"/>
          <p:cNvSpPr/>
          <p:nvPr/>
        </p:nvSpPr>
        <p:spPr>
          <a:xfrm rot="-8100000">
            <a:off x="766461" y="263602"/>
            <a:ext cx="75519" cy="75943"/>
          </a:xfrm>
          <a:prstGeom prst="halfFrame">
            <a:avLst>
              <a:gd fmla="val 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68"/>
          <p:cNvCxnSpPr/>
          <p:nvPr/>
        </p:nvCxnSpPr>
        <p:spPr>
          <a:xfrm>
            <a:off x="498502" y="318927"/>
            <a:ext cx="126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70" name="Google Shape;370;p68"/>
          <p:cNvPicPr preferRelativeResize="0"/>
          <p:nvPr/>
        </p:nvPicPr>
        <p:blipFill rotWithShape="1">
          <a:blip r:embed="rId2">
            <a:alphaModFix amt="80000"/>
          </a:blip>
          <a:srcRect b="0" l="0" r="0" t="0"/>
          <a:stretch/>
        </p:blipFill>
        <p:spPr>
          <a:xfrm>
            <a:off x="-531839" y="3737375"/>
            <a:ext cx="4954325" cy="362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5400000">
            <a:off x="5170860" y="-2803385"/>
            <a:ext cx="4091727" cy="42516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2" name="Google Shape;372;p68"/>
          <p:cNvGrpSpPr/>
          <p:nvPr/>
        </p:nvGrpSpPr>
        <p:grpSpPr>
          <a:xfrm>
            <a:off x="8744600" y="165450"/>
            <a:ext cx="233700" cy="4812600"/>
            <a:chOff x="8744600" y="165450"/>
            <a:chExt cx="233700" cy="4812600"/>
          </a:xfrm>
        </p:grpSpPr>
        <p:sp>
          <p:nvSpPr>
            <p:cNvPr id="373" name="Google Shape;373;p68"/>
            <p:cNvSpPr/>
            <p:nvPr/>
          </p:nvSpPr>
          <p:spPr>
            <a:xfrm>
              <a:off x="8744600" y="165450"/>
              <a:ext cx="233700" cy="48126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74" name="Google Shape;374;p68"/>
            <p:cNvSpPr/>
            <p:nvPr/>
          </p:nvSpPr>
          <p:spPr>
            <a:xfrm>
              <a:off x="8744600" y="2675450"/>
              <a:ext cx="233700" cy="1152900"/>
            </a:xfrm>
            <a:prstGeom prst="rect">
              <a:avLst/>
            </a:prstGeom>
            <a:solidFill>
              <a:srgbClr val="EA4EE3">
                <a:alpha val="60000"/>
              </a:srgb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9"/>
          <p:cNvSpPr/>
          <p:nvPr/>
        </p:nvSpPr>
        <p:spPr>
          <a:xfrm>
            <a:off x="165600" y="165450"/>
            <a:ext cx="8812800" cy="4812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7" name="Google Shape;377;p69"/>
          <p:cNvGrpSpPr/>
          <p:nvPr/>
        </p:nvGrpSpPr>
        <p:grpSpPr>
          <a:xfrm>
            <a:off x="8671500" y="165450"/>
            <a:ext cx="306900" cy="306900"/>
            <a:chOff x="8256675" y="165450"/>
            <a:chExt cx="306900" cy="306900"/>
          </a:xfrm>
        </p:grpSpPr>
        <p:sp>
          <p:nvSpPr>
            <p:cNvPr id="378" name="Google Shape;378;p69"/>
            <p:cNvSpPr/>
            <p:nvPr/>
          </p:nvSpPr>
          <p:spPr>
            <a:xfrm>
              <a:off x="83270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69"/>
            <p:cNvSpPr/>
            <p:nvPr/>
          </p:nvSpPr>
          <p:spPr>
            <a:xfrm>
              <a:off x="8256675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69"/>
          <p:cNvGrpSpPr/>
          <p:nvPr/>
        </p:nvGrpSpPr>
        <p:grpSpPr>
          <a:xfrm rot="5400000">
            <a:off x="-93023" y="3797750"/>
            <a:ext cx="352108" cy="1260383"/>
            <a:chOff x="8254727" y="-90700"/>
            <a:chExt cx="352108" cy="1260383"/>
          </a:xfrm>
        </p:grpSpPr>
        <p:sp>
          <p:nvSpPr>
            <p:cNvPr id="381" name="Google Shape;381;p69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69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69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4" name="Google Shape;384;p69"/>
          <p:cNvPicPr preferRelativeResize="0"/>
          <p:nvPr/>
        </p:nvPicPr>
        <p:blipFill rotWithShape="1">
          <a:blip r:embed="rId2">
            <a:alphaModFix/>
          </a:blip>
          <a:srcRect b="6041" l="0" r="0" t="2966"/>
          <a:stretch/>
        </p:blipFill>
        <p:spPr>
          <a:xfrm>
            <a:off x="460850" y="-1126150"/>
            <a:ext cx="2128823" cy="2065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877" y="3290209"/>
            <a:ext cx="5577876" cy="579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9853" y="3732938"/>
            <a:ext cx="3484151" cy="362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b="1" i="0" sz="30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●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○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Char char="■"/>
              <a:defRPr b="0" i="0" sz="12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9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20.png"/><Relationship Id="rId7" Type="http://schemas.openxmlformats.org/officeDocument/2006/relationships/image" Target="../media/image11.png"/><Relationship Id="rId8" Type="http://schemas.openxmlformats.org/officeDocument/2006/relationships/image" Target="../media/image26.png"/><Relationship Id="rId11" Type="http://schemas.openxmlformats.org/officeDocument/2006/relationships/image" Target="../media/image22.png"/><Relationship Id="rId10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hyperlink" Target="http://drive.google.com/file/d/160PXqTuixtbs_RRrqrKwgxObf5XUuJXN/view" TargetMode="External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"/>
          <p:cNvSpPr txBox="1"/>
          <p:nvPr>
            <p:ph idx="4294967295" type="ctrTitle"/>
          </p:nvPr>
        </p:nvSpPr>
        <p:spPr>
          <a:xfrm>
            <a:off x="1740225" y="1301025"/>
            <a:ext cx="5663400" cy="1951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Space Grotesk"/>
              <a:buNone/>
            </a:pPr>
            <a:r>
              <a:rPr b="1" i="0" lang="en" sz="4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4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4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92" name="Google Shape;392;p1"/>
          <p:cNvSpPr txBox="1"/>
          <p:nvPr>
            <p:ph idx="4294967295" type="subTitle"/>
          </p:nvPr>
        </p:nvSpPr>
        <p:spPr>
          <a:xfrm>
            <a:off x="1740225" y="3343550"/>
            <a:ext cx="4381800" cy="475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PRESENTACIÓN FINAL CAPSTONE</a:t>
            </a:r>
            <a:endParaRPr b="0" i="0" sz="18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grpSp>
        <p:nvGrpSpPr>
          <p:cNvPr id="393" name="Google Shape;393;p1"/>
          <p:cNvGrpSpPr/>
          <p:nvPr/>
        </p:nvGrpSpPr>
        <p:grpSpPr>
          <a:xfrm>
            <a:off x="6238825" y="3343550"/>
            <a:ext cx="1164950" cy="475800"/>
            <a:chOff x="5523875" y="3343550"/>
            <a:chExt cx="1164950" cy="475800"/>
          </a:xfrm>
        </p:grpSpPr>
        <p:sp>
          <p:nvSpPr>
            <p:cNvPr id="394" name="Google Shape;394;p1"/>
            <p:cNvSpPr/>
            <p:nvPr/>
          </p:nvSpPr>
          <p:spPr>
            <a:xfrm>
              <a:off x="5523875" y="3343550"/>
              <a:ext cx="1164900" cy="4758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"/>
            <p:cNvSpPr/>
            <p:nvPr/>
          </p:nvSpPr>
          <p:spPr>
            <a:xfrm>
              <a:off x="5612100" y="3428150"/>
              <a:ext cx="220500" cy="306900"/>
            </a:xfrm>
            <a:prstGeom prst="foldedCorner">
              <a:avLst>
                <a:gd fmla="val 49013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"/>
            <p:cNvSpPr/>
            <p:nvPr/>
          </p:nvSpPr>
          <p:spPr>
            <a:xfrm>
              <a:off x="5894425" y="3428000"/>
              <a:ext cx="306900" cy="306900"/>
            </a:xfrm>
            <a:prstGeom prst="noSmoking">
              <a:avLst>
                <a:gd fmla="val 22808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" name="Google Shape;397;p1"/>
            <p:cNvCxnSpPr>
              <a:stCxn id="396" idx="6"/>
              <a:endCxn id="394" idx="3"/>
            </p:cNvCxnSpPr>
            <p:nvPr/>
          </p:nvCxnSpPr>
          <p:spPr>
            <a:xfrm>
              <a:off x="6201325" y="3581450"/>
              <a:ext cx="48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398" name="Google Shape;398;p1"/>
          <p:cNvPicPr preferRelativeResize="0"/>
          <p:nvPr/>
        </p:nvPicPr>
        <p:blipFill rotWithShape="1">
          <a:blip r:embed="rId3">
            <a:alphaModFix/>
          </a:blip>
          <a:srcRect b="34737" l="7384" r="8018" t="28455"/>
          <a:stretch/>
        </p:blipFill>
        <p:spPr>
          <a:xfrm>
            <a:off x="1740225" y="3876675"/>
            <a:ext cx="1233500" cy="195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9" name="Google Shape;399;p1"/>
          <p:cNvGrpSpPr/>
          <p:nvPr/>
        </p:nvGrpSpPr>
        <p:grpSpPr>
          <a:xfrm>
            <a:off x="1740225" y="1301025"/>
            <a:ext cx="721727" cy="306900"/>
            <a:chOff x="165600" y="165450"/>
            <a:chExt cx="721727" cy="306900"/>
          </a:xfrm>
        </p:grpSpPr>
        <p:sp>
          <p:nvSpPr>
            <p:cNvPr id="400" name="Google Shape;400;p1"/>
            <p:cNvSpPr/>
            <p:nvPr/>
          </p:nvSpPr>
          <p:spPr>
            <a:xfrm>
              <a:off x="235977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"/>
            <p:cNvSpPr/>
            <p:nvPr/>
          </p:nvSpPr>
          <p:spPr>
            <a:xfrm>
              <a:off x="165600" y="165450"/>
              <a:ext cx="306900" cy="306900"/>
            </a:xfrm>
            <a:prstGeom prst="mathMultiply">
              <a:avLst>
                <a:gd fmla="val 0" name="adj1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"/>
            <p:cNvSpPr/>
            <p:nvPr/>
          </p:nvSpPr>
          <p:spPr>
            <a:xfrm>
              <a:off x="478552" y="235827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"/>
            <p:cNvSpPr/>
            <p:nvPr/>
          </p:nvSpPr>
          <p:spPr>
            <a:xfrm>
              <a:off x="721127" y="235802"/>
              <a:ext cx="166200" cy="1662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"/>
            <p:cNvSpPr/>
            <p:nvPr/>
          </p:nvSpPr>
          <p:spPr>
            <a:xfrm rot="-8100000">
              <a:off x="766461" y="263602"/>
              <a:ext cx="75519" cy="75943"/>
            </a:xfrm>
            <a:prstGeom prst="halfFrame">
              <a:avLst>
                <a:gd fmla="val 0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5" name="Google Shape;405;p1"/>
            <p:cNvCxnSpPr/>
            <p:nvPr/>
          </p:nvCxnSpPr>
          <p:spPr>
            <a:xfrm>
              <a:off x="498502" y="318927"/>
              <a:ext cx="126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406" name="Google Shape;40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"/>
          <p:cNvSpPr txBox="1"/>
          <p:nvPr>
            <p:ph type="title"/>
          </p:nvPr>
        </p:nvSpPr>
        <p:spPr>
          <a:xfrm>
            <a:off x="720000" y="107382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Integrantes del Proyecto</a:t>
            </a:r>
            <a:endParaRPr sz="2400"/>
          </a:p>
        </p:txBody>
      </p:sp>
      <p:graphicFrame>
        <p:nvGraphicFramePr>
          <p:cNvPr id="412" name="Google Shape;412;p2"/>
          <p:cNvGraphicFramePr/>
          <p:nvPr/>
        </p:nvGraphicFramePr>
        <p:xfrm>
          <a:off x="720000" y="176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{D2E1C2F1-6E87-4DD2-8761-FD37176EA0AC}</a:tableStyleId>
              </a:tblPr>
              <a:tblGrid>
                <a:gridCol w="1679975"/>
                <a:gridCol w="1805300"/>
                <a:gridCol w="4218700"/>
              </a:tblGrid>
              <a:tr h="141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Pedro Bugueño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Cargo: </a:t>
                      </a: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Desarrollador Frontend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Rol: </a:t>
                      </a: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Responsable de la interfaz de usuario y usabilidad. Encargado de implementar los módulos de la aplicación como los apuntes, flashcards, pomodoros, etc. Además de realizar pruebas de usabilidad y la documentación.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Barlow"/>
                        <a:ea typeface="Barlow"/>
                        <a:cs typeface="Barlow"/>
                        <a:sym typeface="Barlow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Antonia Mardones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Cargo: </a:t>
                      </a: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Desarrollador Backend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 u="none" cap="none" strike="noStrike">
                          <a:solidFill>
                            <a:schemeClr val="dk1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Rol: </a:t>
                      </a:r>
                      <a:r>
                        <a:rPr lang="en" sz="1300" u="none" cap="none" strike="noStrike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Responsable de la base de datos, lógica del sistema y seguridad. Encargado de implementar login, roles, gestión de usuarios y asignaturas.</a:t>
                      </a:r>
                      <a:endParaRPr sz="13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3" name="Google Shape;413;p2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14" name="Google Shape;4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"/>
          <p:cNvPicPr preferRelativeResize="0"/>
          <p:nvPr/>
        </p:nvPicPr>
        <p:blipFill rotWithShape="1">
          <a:blip r:embed="rId4">
            <a:alphaModFix/>
          </a:blip>
          <a:srcRect b="15184" l="9722" r="13419" t="4768"/>
          <a:stretch/>
        </p:blipFill>
        <p:spPr>
          <a:xfrm>
            <a:off x="889725" y="1760875"/>
            <a:ext cx="1354530" cy="141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"/>
          <p:cNvPicPr preferRelativeResize="0"/>
          <p:nvPr/>
        </p:nvPicPr>
        <p:blipFill rotWithShape="1">
          <a:blip r:embed="rId5">
            <a:alphaModFix/>
          </a:blip>
          <a:srcRect b="0" l="0" r="3989" t="0"/>
          <a:stretch/>
        </p:blipFill>
        <p:spPr>
          <a:xfrm>
            <a:off x="889725" y="3171700"/>
            <a:ext cx="1354525" cy="141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Descripción del Proyecto</a:t>
            </a:r>
            <a:endParaRPr sz="2400"/>
          </a:p>
        </p:txBody>
      </p:sp>
      <p:sp>
        <p:nvSpPr>
          <p:cNvPr id="422" name="Google Shape;422;p4"/>
          <p:cNvSpPr txBox="1"/>
          <p:nvPr>
            <p:ph idx="1" type="subTitle"/>
          </p:nvPr>
        </p:nvSpPr>
        <p:spPr>
          <a:xfrm>
            <a:off x="663450" y="1387800"/>
            <a:ext cx="4929600" cy="13017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SITUACIÓN ACTUAL: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Dificultad para mantener hábitos de estudio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Falta de herramientas para concentración y planificación  </a:t>
            </a:r>
            <a:endParaRPr sz="1300"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300"/>
              <a:t>Desmotivación y baja productividad </a:t>
            </a:r>
            <a:r>
              <a:rPr lang="en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423" name="Google Shape;4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9172" y="3214213"/>
            <a:ext cx="3215149" cy="33407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4" name="Google Shape;424;p4"/>
          <p:cNvGrpSpPr/>
          <p:nvPr/>
        </p:nvGrpSpPr>
        <p:grpSpPr>
          <a:xfrm rot="-5400000">
            <a:off x="-2414" y="4479015"/>
            <a:ext cx="716934" cy="380217"/>
            <a:chOff x="713225" y="-185425"/>
            <a:chExt cx="1484950" cy="787525"/>
          </a:xfrm>
        </p:grpSpPr>
        <p:sp>
          <p:nvSpPr>
            <p:cNvPr id="425" name="Google Shape;425;p4"/>
            <p:cNvSpPr/>
            <p:nvPr/>
          </p:nvSpPr>
          <p:spPr>
            <a:xfrm>
              <a:off x="71322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71322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71322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98977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0"/>
                  </a:moveTo>
                  <a:cubicBezTo>
                    <a:pt x="929" y="0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98977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62" y="1"/>
                  </a:moveTo>
                  <a:cubicBezTo>
                    <a:pt x="929" y="1"/>
                    <a:pt x="0" y="930"/>
                    <a:pt x="0" y="2062"/>
                  </a:cubicBezTo>
                  <a:cubicBezTo>
                    <a:pt x="0" y="3197"/>
                    <a:pt x="929" y="4090"/>
                    <a:pt x="2062" y="4090"/>
                  </a:cubicBezTo>
                  <a:cubicBezTo>
                    <a:pt x="3197" y="4090"/>
                    <a:pt x="4090" y="3197"/>
                    <a:pt x="4090" y="2062"/>
                  </a:cubicBezTo>
                  <a:cubicBezTo>
                    <a:pt x="4090" y="930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98977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62" y="1"/>
                  </a:moveTo>
                  <a:cubicBezTo>
                    <a:pt x="929" y="1"/>
                    <a:pt x="0" y="927"/>
                    <a:pt x="0" y="2062"/>
                  </a:cubicBezTo>
                  <a:cubicBezTo>
                    <a:pt x="0" y="3194"/>
                    <a:pt x="929" y="4087"/>
                    <a:pt x="2062" y="4087"/>
                  </a:cubicBezTo>
                  <a:cubicBezTo>
                    <a:pt x="3197" y="4087"/>
                    <a:pt x="4090" y="3194"/>
                    <a:pt x="4090" y="2062"/>
                  </a:cubicBezTo>
                  <a:cubicBezTo>
                    <a:pt x="4090" y="927"/>
                    <a:pt x="3197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1266300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0"/>
                  </a:moveTo>
                  <a:cubicBezTo>
                    <a:pt x="930" y="0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62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1266326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62" y="1"/>
                  </a:moveTo>
                  <a:cubicBezTo>
                    <a:pt x="930" y="1"/>
                    <a:pt x="1" y="930"/>
                    <a:pt x="1" y="2062"/>
                  </a:cubicBezTo>
                  <a:cubicBezTo>
                    <a:pt x="1" y="3197"/>
                    <a:pt x="930" y="4090"/>
                    <a:pt x="2062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1266326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62" y="1"/>
                  </a:moveTo>
                  <a:cubicBezTo>
                    <a:pt x="930" y="1"/>
                    <a:pt x="1" y="927"/>
                    <a:pt x="1" y="2062"/>
                  </a:cubicBezTo>
                  <a:cubicBezTo>
                    <a:pt x="1" y="3194"/>
                    <a:pt x="930" y="4087"/>
                    <a:pt x="2062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62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1542850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1542850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1542850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1819375" y="-185425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0"/>
                  </a:moveTo>
                  <a:cubicBezTo>
                    <a:pt x="894" y="0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1819375" y="157200"/>
              <a:ext cx="102275" cy="102275"/>
            </a:xfrm>
            <a:custGeom>
              <a:rect b="b" l="l" r="r" t="t"/>
              <a:pathLst>
                <a:path extrusionOk="0" h="4091" w="4091">
                  <a:moveTo>
                    <a:pt x="2029" y="1"/>
                  </a:moveTo>
                  <a:cubicBezTo>
                    <a:pt x="894" y="1"/>
                    <a:pt x="1" y="930"/>
                    <a:pt x="1" y="2062"/>
                  </a:cubicBezTo>
                  <a:cubicBezTo>
                    <a:pt x="1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1819375" y="499900"/>
              <a:ext cx="102275" cy="102200"/>
            </a:xfrm>
            <a:custGeom>
              <a:rect b="b" l="l" r="r" t="t"/>
              <a:pathLst>
                <a:path extrusionOk="0" h="4088" w="4091">
                  <a:moveTo>
                    <a:pt x="2029" y="1"/>
                  </a:moveTo>
                  <a:cubicBezTo>
                    <a:pt x="894" y="1"/>
                    <a:pt x="1" y="927"/>
                    <a:pt x="1" y="2062"/>
                  </a:cubicBezTo>
                  <a:cubicBezTo>
                    <a:pt x="1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2095925" y="-185425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0"/>
                  </a:moveTo>
                  <a:cubicBezTo>
                    <a:pt x="894" y="0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0"/>
                    <a:pt x="2029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2095925" y="157200"/>
              <a:ext cx="102250" cy="102275"/>
            </a:xfrm>
            <a:custGeom>
              <a:rect b="b" l="l" r="r" t="t"/>
              <a:pathLst>
                <a:path extrusionOk="0" h="4091" w="4090">
                  <a:moveTo>
                    <a:pt x="2029" y="1"/>
                  </a:moveTo>
                  <a:cubicBezTo>
                    <a:pt x="894" y="1"/>
                    <a:pt x="0" y="930"/>
                    <a:pt x="0" y="2062"/>
                  </a:cubicBezTo>
                  <a:cubicBezTo>
                    <a:pt x="0" y="3197"/>
                    <a:pt x="894" y="4090"/>
                    <a:pt x="2029" y="4090"/>
                  </a:cubicBezTo>
                  <a:cubicBezTo>
                    <a:pt x="3161" y="4090"/>
                    <a:pt x="4090" y="3197"/>
                    <a:pt x="4090" y="2062"/>
                  </a:cubicBezTo>
                  <a:cubicBezTo>
                    <a:pt x="4090" y="930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2095925" y="499900"/>
              <a:ext cx="102250" cy="102200"/>
            </a:xfrm>
            <a:custGeom>
              <a:rect b="b" l="l" r="r" t="t"/>
              <a:pathLst>
                <a:path extrusionOk="0" h="4088" w="4090">
                  <a:moveTo>
                    <a:pt x="2029" y="1"/>
                  </a:moveTo>
                  <a:cubicBezTo>
                    <a:pt x="894" y="1"/>
                    <a:pt x="0" y="927"/>
                    <a:pt x="0" y="2062"/>
                  </a:cubicBezTo>
                  <a:cubicBezTo>
                    <a:pt x="0" y="3194"/>
                    <a:pt x="894" y="4087"/>
                    <a:pt x="2029" y="4087"/>
                  </a:cubicBezTo>
                  <a:cubicBezTo>
                    <a:pt x="3161" y="4087"/>
                    <a:pt x="4090" y="3194"/>
                    <a:pt x="4090" y="2062"/>
                  </a:cubicBezTo>
                  <a:cubicBezTo>
                    <a:pt x="4090" y="927"/>
                    <a:pt x="3161" y="1"/>
                    <a:pt x="202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3" name="Google Shape;443;p4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44" name="Google Shape;4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"/>
          <p:cNvPicPr preferRelativeResize="0"/>
          <p:nvPr>
            <p:ph idx="2" type="pic"/>
          </p:nvPr>
        </p:nvPicPr>
        <p:blipFill rotWithShape="1">
          <a:blip r:embed="rId5">
            <a:alphaModFix/>
          </a:blip>
          <a:srcRect b="5804" l="0" r="0" t="5797"/>
          <a:stretch/>
        </p:blipFill>
        <p:spPr>
          <a:xfrm>
            <a:off x="5983375" y="2061775"/>
            <a:ext cx="2801100" cy="1650300"/>
          </a:xfrm>
          <a:prstGeom prst="snip2Same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46" name="Google Shape;446;p4"/>
          <p:cNvSpPr txBox="1"/>
          <p:nvPr>
            <p:ph idx="1" type="subTitle"/>
          </p:nvPr>
        </p:nvSpPr>
        <p:spPr>
          <a:xfrm>
            <a:off x="663450" y="2886100"/>
            <a:ext cx="4929600" cy="15669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PROPUESTA DE SOLUCIÓN: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Plataforma para organizar y optimizar el estudio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Herramientas: concentración, planificación, retención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Roles: líder y colaboradores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Espacio digital simple, modular y colaborativo  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7"/>
          <p:cNvGrpSpPr/>
          <p:nvPr/>
        </p:nvGrpSpPr>
        <p:grpSpPr>
          <a:xfrm>
            <a:off x="686530" y="3992528"/>
            <a:ext cx="455409" cy="471931"/>
            <a:chOff x="4824015" y="2089272"/>
            <a:chExt cx="341156" cy="353506"/>
          </a:xfrm>
        </p:grpSpPr>
        <p:sp>
          <p:nvSpPr>
            <p:cNvPr id="452" name="Google Shape;452;p7"/>
            <p:cNvSpPr/>
            <p:nvPr/>
          </p:nvSpPr>
          <p:spPr>
            <a:xfrm>
              <a:off x="4824015" y="2089272"/>
              <a:ext cx="341156" cy="353506"/>
            </a:xfrm>
            <a:custGeom>
              <a:rect b="b" l="l" r="r" t="t"/>
              <a:pathLst>
                <a:path extrusionOk="0" h="14112" w="13619">
                  <a:moveTo>
                    <a:pt x="6391" y="553"/>
                  </a:moveTo>
                  <a:cubicBezTo>
                    <a:pt x="6780" y="553"/>
                    <a:pt x="7078" y="867"/>
                    <a:pt x="7078" y="1240"/>
                  </a:cubicBezTo>
                  <a:cubicBezTo>
                    <a:pt x="7078" y="1405"/>
                    <a:pt x="7213" y="1524"/>
                    <a:pt x="7363" y="1524"/>
                  </a:cubicBezTo>
                  <a:lnTo>
                    <a:pt x="7482" y="1524"/>
                  </a:lnTo>
                  <a:cubicBezTo>
                    <a:pt x="7855" y="1524"/>
                    <a:pt x="8169" y="1823"/>
                    <a:pt x="8169" y="2211"/>
                  </a:cubicBezTo>
                  <a:lnTo>
                    <a:pt x="8169" y="3167"/>
                  </a:lnTo>
                  <a:cubicBezTo>
                    <a:pt x="7735" y="3151"/>
                    <a:pt x="7303" y="2972"/>
                    <a:pt x="7019" y="2643"/>
                  </a:cubicBezTo>
                  <a:lnTo>
                    <a:pt x="6736" y="2330"/>
                  </a:lnTo>
                  <a:cubicBezTo>
                    <a:pt x="6687" y="2273"/>
                    <a:pt x="6615" y="2246"/>
                    <a:pt x="6541" y="2246"/>
                  </a:cubicBezTo>
                  <a:cubicBezTo>
                    <a:pt x="6500" y="2246"/>
                    <a:pt x="6459" y="2254"/>
                    <a:pt x="6421" y="2271"/>
                  </a:cubicBezTo>
                  <a:lnTo>
                    <a:pt x="4794" y="3017"/>
                  </a:lnTo>
                  <a:cubicBezTo>
                    <a:pt x="4585" y="3107"/>
                    <a:pt x="4361" y="3167"/>
                    <a:pt x="4137" y="3167"/>
                  </a:cubicBezTo>
                  <a:lnTo>
                    <a:pt x="3524" y="3167"/>
                  </a:lnTo>
                  <a:lnTo>
                    <a:pt x="3524" y="2480"/>
                  </a:lnTo>
                  <a:cubicBezTo>
                    <a:pt x="3524" y="1419"/>
                    <a:pt x="4391" y="553"/>
                    <a:pt x="5451" y="553"/>
                  </a:cubicBezTo>
                  <a:close/>
                  <a:moveTo>
                    <a:pt x="6467" y="2852"/>
                  </a:moveTo>
                  <a:lnTo>
                    <a:pt x="6601" y="3017"/>
                  </a:lnTo>
                  <a:cubicBezTo>
                    <a:pt x="6959" y="3406"/>
                    <a:pt x="7452" y="3644"/>
                    <a:pt x="7974" y="3704"/>
                  </a:cubicBezTo>
                  <a:lnTo>
                    <a:pt x="7974" y="4405"/>
                  </a:lnTo>
                  <a:cubicBezTo>
                    <a:pt x="7974" y="5138"/>
                    <a:pt x="7572" y="5795"/>
                    <a:pt x="6974" y="6167"/>
                  </a:cubicBezTo>
                  <a:cubicBezTo>
                    <a:pt x="6679" y="6360"/>
                    <a:pt x="6318" y="6476"/>
                    <a:pt x="5958" y="6476"/>
                  </a:cubicBezTo>
                  <a:cubicBezTo>
                    <a:pt x="5898" y="6476"/>
                    <a:pt x="5839" y="6473"/>
                    <a:pt x="5780" y="6466"/>
                  </a:cubicBezTo>
                  <a:cubicBezTo>
                    <a:pt x="4645" y="6377"/>
                    <a:pt x="3839" y="5466"/>
                    <a:pt x="3839" y="4242"/>
                  </a:cubicBezTo>
                  <a:lnTo>
                    <a:pt x="3839" y="3704"/>
                  </a:lnTo>
                  <a:lnTo>
                    <a:pt x="4137" y="3704"/>
                  </a:lnTo>
                  <a:cubicBezTo>
                    <a:pt x="4436" y="3704"/>
                    <a:pt x="4749" y="3644"/>
                    <a:pt x="5018" y="3509"/>
                  </a:cubicBezTo>
                  <a:lnTo>
                    <a:pt x="6467" y="2852"/>
                  </a:lnTo>
                  <a:close/>
                  <a:moveTo>
                    <a:pt x="6974" y="6795"/>
                  </a:moveTo>
                  <a:lnTo>
                    <a:pt x="7168" y="7736"/>
                  </a:lnTo>
                  <a:cubicBezTo>
                    <a:pt x="7154" y="7766"/>
                    <a:pt x="7138" y="7780"/>
                    <a:pt x="7108" y="7810"/>
                  </a:cubicBezTo>
                  <a:cubicBezTo>
                    <a:pt x="6839" y="8184"/>
                    <a:pt x="6407" y="8393"/>
                    <a:pt x="5943" y="8393"/>
                  </a:cubicBezTo>
                  <a:cubicBezTo>
                    <a:pt x="5466" y="8393"/>
                    <a:pt x="5003" y="8139"/>
                    <a:pt x="4735" y="7736"/>
                  </a:cubicBezTo>
                  <a:lnTo>
                    <a:pt x="4884" y="6810"/>
                  </a:lnTo>
                  <a:cubicBezTo>
                    <a:pt x="5211" y="6956"/>
                    <a:pt x="5559" y="7027"/>
                    <a:pt x="5907" y="7027"/>
                  </a:cubicBezTo>
                  <a:cubicBezTo>
                    <a:pt x="6273" y="7027"/>
                    <a:pt x="6637" y="6948"/>
                    <a:pt x="6974" y="6795"/>
                  </a:cubicBezTo>
                  <a:close/>
                  <a:moveTo>
                    <a:pt x="7586" y="8094"/>
                  </a:moveTo>
                  <a:lnTo>
                    <a:pt x="8094" y="8214"/>
                  </a:lnTo>
                  <a:cubicBezTo>
                    <a:pt x="7646" y="8990"/>
                    <a:pt x="6855" y="9438"/>
                    <a:pt x="5959" y="9438"/>
                  </a:cubicBezTo>
                  <a:cubicBezTo>
                    <a:pt x="5063" y="9438"/>
                    <a:pt x="4271" y="8975"/>
                    <a:pt x="3809" y="8214"/>
                  </a:cubicBezTo>
                  <a:lnTo>
                    <a:pt x="4316" y="8094"/>
                  </a:lnTo>
                  <a:cubicBezTo>
                    <a:pt x="4689" y="8632"/>
                    <a:pt x="5316" y="8945"/>
                    <a:pt x="5959" y="8945"/>
                  </a:cubicBezTo>
                  <a:cubicBezTo>
                    <a:pt x="6601" y="8945"/>
                    <a:pt x="7213" y="8632"/>
                    <a:pt x="7586" y="8094"/>
                  </a:cubicBezTo>
                  <a:close/>
                  <a:moveTo>
                    <a:pt x="11275" y="9990"/>
                  </a:moveTo>
                  <a:cubicBezTo>
                    <a:pt x="12245" y="9990"/>
                    <a:pt x="13067" y="10796"/>
                    <a:pt x="13067" y="11782"/>
                  </a:cubicBezTo>
                  <a:cubicBezTo>
                    <a:pt x="13067" y="12768"/>
                    <a:pt x="12261" y="13560"/>
                    <a:pt x="11275" y="13560"/>
                  </a:cubicBezTo>
                  <a:cubicBezTo>
                    <a:pt x="10304" y="13560"/>
                    <a:pt x="9483" y="12753"/>
                    <a:pt x="9483" y="11782"/>
                  </a:cubicBezTo>
                  <a:cubicBezTo>
                    <a:pt x="9483" y="10796"/>
                    <a:pt x="10289" y="9990"/>
                    <a:pt x="11275" y="9990"/>
                  </a:cubicBezTo>
                  <a:close/>
                  <a:moveTo>
                    <a:pt x="5451" y="1"/>
                  </a:moveTo>
                  <a:cubicBezTo>
                    <a:pt x="4092" y="1"/>
                    <a:pt x="2987" y="1120"/>
                    <a:pt x="2987" y="2480"/>
                  </a:cubicBezTo>
                  <a:lnTo>
                    <a:pt x="2987" y="3435"/>
                  </a:lnTo>
                  <a:cubicBezTo>
                    <a:pt x="2987" y="3585"/>
                    <a:pt x="3106" y="3704"/>
                    <a:pt x="3256" y="3704"/>
                  </a:cubicBezTo>
                  <a:lnTo>
                    <a:pt x="3286" y="3704"/>
                  </a:lnTo>
                  <a:lnTo>
                    <a:pt x="3286" y="4242"/>
                  </a:lnTo>
                  <a:cubicBezTo>
                    <a:pt x="3286" y="4988"/>
                    <a:pt x="3540" y="5675"/>
                    <a:pt x="4002" y="6183"/>
                  </a:cubicBezTo>
                  <a:cubicBezTo>
                    <a:pt x="4122" y="6302"/>
                    <a:pt x="4241" y="6422"/>
                    <a:pt x="4376" y="6526"/>
                  </a:cubicBezTo>
                  <a:lnTo>
                    <a:pt x="4211" y="7557"/>
                  </a:lnTo>
                  <a:lnTo>
                    <a:pt x="2196" y="8035"/>
                  </a:lnTo>
                  <a:cubicBezTo>
                    <a:pt x="1613" y="8168"/>
                    <a:pt x="1076" y="8453"/>
                    <a:pt x="687" y="8871"/>
                  </a:cubicBezTo>
                  <a:cubicBezTo>
                    <a:pt x="239" y="9319"/>
                    <a:pt x="0" y="9886"/>
                    <a:pt x="0" y="10484"/>
                  </a:cubicBezTo>
                  <a:lnTo>
                    <a:pt x="0" y="12827"/>
                  </a:lnTo>
                  <a:cubicBezTo>
                    <a:pt x="0" y="12977"/>
                    <a:pt x="135" y="13096"/>
                    <a:pt x="285" y="13096"/>
                  </a:cubicBezTo>
                  <a:lnTo>
                    <a:pt x="4794" y="13096"/>
                  </a:lnTo>
                  <a:cubicBezTo>
                    <a:pt x="4944" y="13096"/>
                    <a:pt x="5063" y="12977"/>
                    <a:pt x="5063" y="12827"/>
                  </a:cubicBezTo>
                  <a:cubicBezTo>
                    <a:pt x="5063" y="12678"/>
                    <a:pt x="4944" y="12544"/>
                    <a:pt x="4794" y="12544"/>
                  </a:cubicBezTo>
                  <a:lnTo>
                    <a:pt x="2405" y="12544"/>
                  </a:lnTo>
                  <a:lnTo>
                    <a:pt x="2405" y="11364"/>
                  </a:lnTo>
                  <a:cubicBezTo>
                    <a:pt x="2405" y="11215"/>
                    <a:pt x="2270" y="11095"/>
                    <a:pt x="2121" y="11095"/>
                  </a:cubicBezTo>
                  <a:cubicBezTo>
                    <a:pt x="1971" y="11095"/>
                    <a:pt x="1852" y="11215"/>
                    <a:pt x="1852" y="11364"/>
                  </a:cubicBezTo>
                  <a:lnTo>
                    <a:pt x="1852" y="12544"/>
                  </a:lnTo>
                  <a:lnTo>
                    <a:pt x="553" y="12544"/>
                  </a:lnTo>
                  <a:lnTo>
                    <a:pt x="553" y="10484"/>
                  </a:lnTo>
                  <a:cubicBezTo>
                    <a:pt x="553" y="9751"/>
                    <a:pt x="1105" y="8841"/>
                    <a:pt x="2315" y="8572"/>
                  </a:cubicBezTo>
                  <a:lnTo>
                    <a:pt x="3256" y="8348"/>
                  </a:lnTo>
                  <a:lnTo>
                    <a:pt x="3301" y="8437"/>
                  </a:lnTo>
                  <a:cubicBezTo>
                    <a:pt x="3839" y="9408"/>
                    <a:pt x="4838" y="9990"/>
                    <a:pt x="5959" y="9990"/>
                  </a:cubicBezTo>
                  <a:cubicBezTo>
                    <a:pt x="7078" y="9990"/>
                    <a:pt x="8064" y="9408"/>
                    <a:pt x="8617" y="8437"/>
                  </a:cubicBezTo>
                  <a:lnTo>
                    <a:pt x="8661" y="8348"/>
                  </a:lnTo>
                  <a:lnTo>
                    <a:pt x="9557" y="8572"/>
                  </a:lnTo>
                  <a:cubicBezTo>
                    <a:pt x="10140" y="8721"/>
                    <a:pt x="10648" y="9050"/>
                    <a:pt x="10961" y="9453"/>
                  </a:cubicBezTo>
                  <a:cubicBezTo>
                    <a:pt x="9812" y="9617"/>
                    <a:pt x="8930" y="10633"/>
                    <a:pt x="8930" y="11782"/>
                  </a:cubicBezTo>
                  <a:cubicBezTo>
                    <a:pt x="8930" y="12036"/>
                    <a:pt x="8975" y="12305"/>
                    <a:pt x="9065" y="12544"/>
                  </a:cubicBezTo>
                  <a:lnTo>
                    <a:pt x="7213" y="12544"/>
                  </a:lnTo>
                  <a:cubicBezTo>
                    <a:pt x="7064" y="12544"/>
                    <a:pt x="6945" y="12678"/>
                    <a:pt x="6945" y="12827"/>
                  </a:cubicBezTo>
                  <a:cubicBezTo>
                    <a:pt x="6945" y="12977"/>
                    <a:pt x="7064" y="13096"/>
                    <a:pt x="7213" y="13096"/>
                  </a:cubicBezTo>
                  <a:lnTo>
                    <a:pt x="9348" y="13096"/>
                  </a:lnTo>
                  <a:cubicBezTo>
                    <a:pt x="9766" y="13709"/>
                    <a:pt x="10483" y="14111"/>
                    <a:pt x="11275" y="14111"/>
                  </a:cubicBezTo>
                  <a:cubicBezTo>
                    <a:pt x="12574" y="14111"/>
                    <a:pt x="13619" y="13066"/>
                    <a:pt x="13619" y="11782"/>
                  </a:cubicBezTo>
                  <a:cubicBezTo>
                    <a:pt x="13619" y="10603"/>
                    <a:pt x="12753" y="9632"/>
                    <a:pt x="11618" y="9468"/>
                  </a:cubicBezTo>
                  <a:cubicBezTo>
                    <a:pt x="11259" y="8796"/>
                    <a:pt x="10543" y="8258"/>
                    <a:pt x="9706" y="8035"/>
                  </a:cubicBezTo>
                  <a:lnTo>
                    <a:pt x="9692" y="8035"/>
                  </a:lnTo>
                  <a:lnTo>
                    <a:pt x="7691" y="7557"/>
                  </a:lnTo>
                  <a:lnTo>
                    <a:pt x="7526" y="6721"/>
                  </a:lnTo>
                  <a:lnTo>
                    <a:pt x="7482" y="6496"/>
                  </a:lnTo>
                  <a:cubicBezTo>
                    <a:pt x="7572" y="6422"/>
                    <a:pt x="7661" y="6347"/>
                    <a:pt x="7751" y="6257"/>
                  </a:cubicBezTo>
                  <a:cubicBezTo>
                    <a:pt x="8243" y="5749"/>
                    <a:pt x="8512" y="5108"/>
                    <a:pt x="8512" y="4405"/>
                  </a:cubicBezTo>
                  <a:lnTo>
                    <a:pt x="8512" y="3704"/>
                  </a:lnTo>
                  <a:cubicBezTo>
                    <a:pt x="8631" y="3674"/>
                    <a:pt x="8721" y="3555"/>
                    <a:pt x="8721" y="3435"/>
                  </a:cubicBezTo>
                  <a:lnTo>
                    <a:pt x="8721" y="2211"/>
                  </a:lnTo>
                  <a:cubicBezTo>
                    <a:pt x="8721" y="1568"/>
                    <a:pt x="8229" y="1031"/>
                    <a:pt x="7602" y="971"/>
                  </a:cubicBezTo>
                  <a:cubicBezTo>
                    <a:pt x="7482" y="419"/>
                    <a:pt x="6989" y="1"/>
                    <a:pt x="6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4899301" y="2184512"/>
              <a:ext cx="25075" cy="32340"/>
            </a:xfrm>
            <a:custGeom>
              <a:rect b="b" l="l" r="r" t="t"/>
              <a:pathLst>
                <a:path extrusionOk="0" h="1291" w="1001">
                  <a:moveTo>
                    <a:pt x="520" y="1"/>
                  </a:moveTo>
                  <a:cubicBezTo>
                    <a:pt x="406" y="1"/>
                    <a:pt x="303" y="68"/>
                    <a:pt x="269" y="171"/>
                  </a:cubicBezTo>
                  <a:lnTo>
                    <a:pt x="45" y="753"/>
                  </a:lnTo>
                  <a:cubicBezTo>
                    <a:pt x="0" y="872"/>
                    <a:pt x="15" y="1007"/>
                    <a:pt x="90" y="1111"/>
                  </a:cubicBezTo>
                  <a:cubicBezTo>
                    <a:pt x="164" y="1216"/>
                    <a:pt x="284" y="1290"/>
                    <a:pt x="419" y="1290"/>
                  </a:cubicBezTo>
                  <a:lnTo>
                    <a:pt x="732" y="1290"/>
                  </a:lnTo>
                  <a:cubicBezTo>
                    <a:pt x="881" y="1290"/>
                    <a:pt x="1000" y="1157"/>
                    <a:pt x="1000" y="1007"/>
                  </a:cubicBezTo>
                  <a:cubicBezTo>
                    <a:pt x="1000" y="858"/>
                    <a:pt x="881" y="738"/>
                    <a:pt x="732" y="738"/>
                  </a:cubicBezTo>
                  <a:lnTo>
                    <a:pt x="642" y="738"/>
                  </a:lnTo>
                  <a:lnTo>
                    <a:pt x="777" y="365"/>
                  </a:lnTo>
                  <a:cubicBezTo>
                    <a:pt x="837" y="231"/>
                    <a:pt x="761" y="66"/>
                    <a:pt x="628" y="22"/>
                  </a:cubicBezTo>
                  <a:cubicBezTo>
                    <a:pt x="592" y="7"/>
                    <a:pt x="555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7"/>
            <p:cNvSpPr/>
            <p:nvPr/>
          </p:nvSpPr>
          <p:spPr>
            <a:xfrm>
              <a:off x="5018239" y="2356731"/>
              <a:ext cx="55386" cy="55386"/>
            </a:xfrm>
            <a:custGeom>
              <a:rect b="b" l="l" r="r" t="t"/>
              <a:pathLst>
                <a:path extrusionOk="0" h="2211" w="2211">
                  <a:moveTo>
                    <a:pt x="1106" y="0"/>
                  </a:moveTo>
                  <a:cubicBezTo>
                    <a:pt x="957" y="0"/>
                    <a:pt x="837" y="119"/>
                    <a:pt x="837" y="269"/>
                  </a:cubicBezTo>
                  <a:lnTo>
                    <a:pt x="837" y="836"/>
                  </a:lnTo>
                  <a:lnTo>
                    <a:pt x="270" y="836"/>
                  </a:lnTo>
                  <a:cubicBezTo>
                    <a:pt x="120" y="836"/>
                    <a:pt x="1" y="956"/>
                    <a:pt x="1" y="1105"/>
                  </a:cubicBezTo>
                  <a:cubicBezTo>
                    <a:pt x="1" y="1254"/>
                    <a:pt x="120" y="1389"/>
                    <a:pt x="270" y="1389"/>
                  </a:cubicBezTo>
                  <a:lnTo>
                    <a:pt x="837" y="1389"/>
                  </a:lnTo>
                  <a:lnTo>
                    <a:pt x="837" y="1941"/>
                  </a:lnTo>
                  <a:cubicBezTo>
                    <a:pt x="837" y="2091"/>
                    <a:pt x="957" y="2210"/>
                    <a:pt x="1106" y="2210"/>
                  </a:cubicBezTo>
                  <a:cubicBezTo>
                    <a:pt x="1255" y="2210"/>
                    <a:pt x="1389" y="2091"/>
                    <a:pt x="1389" y="1941"/>
                  </a:cubicBezTo>
                  <a:lnTo>
                    <a:pt x="1389" y="1389"/>
                  </a:lnTo>
                  <a:lnTo>
                    <a:pt x="1942" y="1389"/>
                  </a:lnTo>
                  <a:cubicBezTo>
                    <a:pt x="2092" y="1389"/>
                    <a:pt x="2211" y="1254"/>
                    <a:pt x="2211" y="1105"/>
                  </a:cubicBezTo>
                  <a:cubicBezTo>
                    <a:pt x="2211" y="956"/>
                    <a:pt x="2092" y="836"/>
                    <a:pt x="1942" y="836"/>
                  </a:cubicBezTo>
                  <a:lnTo>
                    <a:pt x="1389" y="836"/>
                  </a:lnTo>
                  <a:lnTo>
                    <a:pt x="1389" y="269"/>
                  </a:lnTo>
                  <a:cubicBezTo>
                    <a:pt x="1389" y="119"/>
                    <a:pt x="125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4907142" y="2403624"/>
              <a:ext cx="14629" cy="13903"/>
            </a:xfrm>
            <a:custGeom>
              <a:rect b="b" l="l" r="r" t="t"/>
              <a:pathLst>
                <a:path extrusionOk="0" h="555" w="584">
                  <a:moveTo>
                    <a:pt x="275" y="0"/>
                  </a:moveTo>
                  <a:cubicBezTo>
                    <a:pt x="253" y="0"/>
                    <a:pt x="231" y="3"/>
                    <a:pt x="209" y="9"/>
                  </a:cubicBezTo>
                  <a:cubicBezTo>
                    <a:pt x="90" y="39"/>
                    <a:pt x="0" y="144"/>
                    <a:pt x="0" y="264"/>
                  </a:cubicBezTo>
                  <a:cubicBezTo>
                    <a:pt x="0" y="437"/>
                    <a:pt x="140" y="555"/>
                    <a:pt x="286" y="555"/>
                  </a:cubicBezTo>
                  <a:cubicBezTo>
                    <a:pt x="353" y="555"/>
                    <a:pt x="422" y="530"/>
                    <a:pt x="478" y="473"/>
                  </a:cubicBezTo>
                  <a:cubicBezTo>
                    <a:pt x="568" y="368"/>
                    <a:pt x="583" y="234"/>
                    <a:pt x="508" y="129"/>
                  </a:cubicBezTo>
                  <a:cubicBezTo>
                    <a:pt x="449" y="46"/>
                    <a:pt x="361" y="0"/>
                    <a:pt x="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" name="Google Shape;456;p7"/>
          <p:cNvGrpSpPr/>
          <p:nvPr/>
        </p:nvGrpSpPr>
        <p:grpSpPr>
          <a:xfrm>
            <a:off x="2251554" y="4022492"/>
            <a:ext cx="455383" cy="412016"/>
            <a:chOff x="7021312" y="1523317"/>
            <a:chExt cx="353531" cy="319863"/>
          </a:xfrm>
        </p:grpSpPr>
        <p:sp>
          <p:nvSpPr>
            <p:cNvPr id="457" name="Google Shape;457;p7"/>
            <p:cNvSpPr/>
            <p:nvPr/>
          </p:nvSpPr>
          <p:spPr>
            <a:xfrm>
              <a:off x="7021312" y="1523317"/>
              <a:ext cx="353531" cy="319863"/>
            </a:xfrm>
            <a:custGeom>
              <a:rect b="b" l="l" r="r" t="t"/>
              <a:pathLst>
                <a:path extrusionOk="0" h="12769" w="14113">
                  <a:moveTo>
                    <a:pt x="2360" y="11335"/>
                  </a:moveTo>
                  <a:cubicBezTo>
                    <a:pt x="2599" y="11335"/>
                    <a:pt x="2808" y="11544"/>
                    <a:pt x="2808" y="11783"/>
                  </a:cubicBezTo>
                  <a:cubicBezTo>
                    <a:pt x="2808" y="12022"/>
                    <a:pt x="2599" y="12215"/>
                    <a:pt x="2360" y="12215"/>
                  </a:cubicBezTo>
                  <a:cubicBezTo>
                    <a:pt x="2121" y="12215"/>
                    <a:pt x="1928" y="12022"/>
                    <a:pt x="1928" y="11783"/>
                  </a:cubicBezTo>
                  <a:cubicBezTo>
                    <a:pt x="1928" y="11544"/>
                    <a:pt x="2121" y="11335"/>
                    <a:pt x="2360" y="11335"/>
                  </a:cubicBezTo>
                  <a:close/>
                  <a:moveTo>
                    <a:pt x="7049" y="11335"/>
                  </a:moveTo>
                  <a:cubicBezTo>
                    <a:pt x="7288" y="11335"/>
                    <a:pt x="7497" y="11544"/>
                    <a:pt x="7497" y="11783"/>
                  </a:cubicBezTo>
                  <a:cubicBezTo>
                    <a:pt x="7497" y="12022"/>
                    <a:pt x="7288" y="12215"/>
                    <a:pt x="7049" y="12215"/>
                  </a:cubicBezTo>
                  <a:cubicBezTo>
                    <a:pt x="6810" y="12215"/>
                    <a:pt x="6616" y="12022"/>
                    <a:pt x="6616" y="11783"/>
                  </a:cubicBezTo>
                  <a:cubicBezTo>
                    <a:pt x="6616" y="11544"/>
                    <a:pt x="6810" y="11335"/>
                    <a:pt x="7049" y="11335"/>
                  </a:cubicBezTo>
                  <a:close/>
                  <a:moveTo>
                    <a:pt x="11558" y="11335"/>
                  </a:moveTo>
                  <a:cubicBezTo>
                    <a:pt x="11797" y="11335"/>
                    <a:pt x="11992" y="11544"/>
                    <a:pt x="11992" y="11783"/>
                  </a:cubicBezTo>
                  <a:cubicBezTo>
                    <a:pt x="11992" y="12022"/>
                    <a:pt x="11797" y="12215"/>
                    <a:pt x="11558" y="12215"/>
                  </a:cubicBezTo>
                  <a:cubicBezTo>
                    <a:pt x="11305" y="12215"/>
                    <a:pt x="11110" y="12022"/>
                    <a:pt x="11110" y="11783"/>
                  </a:cubicBezTo>
                  <a:cubicBezTo>
                    <a:pt x="11110" y="11544"/>
                    <a:pt x="11305" y="11335"/>
                    <a:pt x="11558" y="11335"/>
                  </a:cubicBezTo>
                  <a:close/>
                  <a:moveTo>
                    <a:pt x="6616" y="1"/>
                  </a:moveTo>
                  <a:cubicBezTo>
                    <a:pt x="5571" y="1"/>
                    <a:pt x="4570" y="389"/>
                    <a:pt x="3779" y="1091"/>
                  </a:cubicBezTo>
                  <a:cubicBezTo>
                    <a:pt x="3077" y="1733"/>
                    <a:pt x="2614" y="2585"/>
                    <a:pt x="2450" y="3510"/>
                  </a:cubicBezTo>
                  <a:cubicBezTo>
                    <a:pt x="1091" y="3525"/>
                    <a:pt x="1" y="4630"/>
                    <a:pt x="1" y="5989"/>
                  </a:cubicBezTo>
                  <a:cubicBezTo>
                    <a:pt x="1" y="7347"/>
                    <a:pt x="1106" y="8452"/>
                    <a:pt x="2465" y="8452"/>
                  </a:cubicBezTo>
                  <a:lnTo>
                    <a:pt x="3481" y="8452"/>
                  </a:lnTo>
                  <a:cubicBezTo>
                    <a:pt x="3644" y="8452"/>
                    <a:pt x="3764" y="8333"/>
                    <a:pt x="3764" y="8184"/>
                  </a:cubicBezTo>
                  <a:cubicBezTo>
                    <a:pt x="3764" y="8034"/>
                    <a:pt x="3644" y="7901"/>
                    <a:pt x="3481" y="7901"/>
                  </a:cubicBezTo>
                  <a:lnTo>
                    <a:pt x="2465" y="7901"/>
                  </a:lnTo>
                  <a:cubicBezTo>
                    <a:pt x="1404" y="7901"/>
                    <a:pt x="554" y="7049"/>
                    <a:pt x="554" y="5989"/>
                  </a:cubicBezTo>
                  <a:cubicBezTo>
                    <a:pt x="554" y="4928"/>
                    <a:pt x="1404" y="4062"/>
                    <a:pt x="2465" y="4062"/>
                  </a:cubicBezTo>
                  <a:cubicBezTo>
                    <a:pt x="2539" y="4062"/>
                    <a:pt x="2599" y="4062"/>
                    <a:pt x="2659" y="4078"/>
                  </a:cubicBezTo>
                  <a:cubicBezTo>
                    <a:pt x="2667" y="4079"/>
                    <a:pt x="2675" y="4079"/>
                    <a:pt x="2683" y="4079"/>
                  </a:cubicBezTo>
                  <a:cubicBezTo>
                    <a:pt x="2822" y="4079"/>
                    <a:pt x="2944" y="3965"/>
                    <a:pt x="2957" y="3823"/>
                  </a:cubicBezTo>
                  <a:cubicBezTo>
                    <a:pt x="3062" y="2927"/>
                    <a:pt x="3481" y="2107"/>
                    <a:pt x="4152" y="1494"/>
                  </a:cubicBezTo>
                  <a:cubicBezTo>
                    <a:pt x="4824" y="882"/>
                    <a:pt x="5705" y="554"/>
                    <a:pt x="6616" y="554"/>
                  </a:cubicBezTo>
                  <a:cubicBezTo>
                    <a:pt x="7318" y="554"/>
                    <a:pt x="7990" y="747"/>
                    <a:pt x="8572" y="1121"/>
                  </a:cubicBezTo>
                  <a:cubicBezTo>
                    <a:pt x="9139" y="1480"/>
                    <a:pt x="9603" y="1987"/>
                    <a:pt x="9902" y="2585"/>
                  </a:cubicBezTo>
                  <a:cubicBezTo>
                    <a:pt x="9948" y="2677"/>
                    <a:pt x="10038" y="2734"/>
                    <a:pt x="10139" y="2734"/>
                  </a:cubicBezTo>
                  <a:cubicBezTo>
                    <a:pt x="10169" y="2734"/>
                    <a:pt x="10199" y="2729"/>
                    <a:pt x="10230" y="2718"/>
                  </a:cubicBezTo>
                  <a:cubicBezTo>
                    <a:pt x="10453" y="2659"/>
                    <a:pt x="10692" y="2629"/>
                    <a:pt x="10917" y="2629"/>
                  </a:cubicBezTo>
                  <a:cubicBezTo>
                    <a:pt x="11588" y="2629"/>
                    <a:pt x="12275" y="2913"/>
                    <a:pt x="12769" y="3421"/>
                  </a:cubicBezTo>
                  <a:cubicBezTo>
                    <a:pt x="13276" y="3913"/>
                    <a:pt x="13559" y="4600"/>
                    <a:pt x="13559" y="5272"/>
                  </a:cubicBezTo>
                  <a:cubicBezTo>
                    <a:pt x="13559" y="6706"/>
                    <a:pt x="12350" y="7901"/>
                    <a:pt x="10917" y="7901"/>
                  </a:cubicBezTo>
                  <a:lnTo>
                    <a:pt x="5914" y="7901"/>
                  </a:lnTo>
                  <a:cubicBezTo>
                    <a:pt x="5750" y="7901"/>
                    <a:pt x="5631" y="8034"/>
                    <a:pt x="5631" y="8184"/>
                  </a:cubicBezTo>
                  <a:cubicBezTo>
                    <a:pt x="5631" y="8333"/>
                    <a:pt x="5750" y="8452"/>
                    <a:pt x="5914" y="8452"/>
                  </a:cubicBezTo>
                  <a:lnTo>
                    <a:pt x="6780" y="8452"/>
                  </a:lnTo>
                  <a:lnTo>
                    <a:pt x="6780" y="9394"/>
                  </a:lnTo>
                  <a:lnTo>
                    <a:pt x="2957" y="9394"/>
                  </a:lnTo>
                  <a:cubicBezTo>
                    <a:pt x="2480" y="9394"/>
                    <a:pt x="2091" y="9782"/>
                    <a:pt x="2091" y="10274"/>
                  </a:cubicBezTo>
                  <a:lnTo>
                    <a:pt x="2091" y="10827"/>
                  </a:lnTo>
                  <a:cubicBezTo>
                    <a:pt x="1673" y="10947"/>
                    <a:pt x="1375" y="11335"/>
                    <a:pt x="1375" y="11783"/>
                  </a:cubicBezTo>
                  <a:cubicBezTo>
                    <a:pt x="1375" y="12321"/>
                    <a:pt x="1822" y="12769"/>
                    <a:pt x="2360" y="12769"/>
                  </a:cubicBezTo>
                  <a:cubicBezTo>
                    <a:pt x="2913" y="12769"/>
                    <a:pt x="3361" y="12321"/>
                    <a:pt x="3361" y="11783"/>
                  </a:cubicBezTo>
                  <a:cubicBezTo>
                    <a:pt x="3361" y="11335"/>
                    <a:pt x="3047" y="10947"/>
                    <a:pt x="2644" y="10827"/>
                  </a:cubicBezTo>
                  <a:lnTo>
                    <a:pt x="2644" y="10274"/>
                  </a:lnTo>
                  <a:cubicBezTo>
                    <a:pt x="2644" y="10095"/>
                    <a:pt x="2778" y="9946"/>
                    <a:pt x="2957" y="9946"/>
                  </a:cubicBezTo>
                  <a:lnTo>
                    <a:pt x="6780" y="9946"/>
                  </a:lnTo>
                  <a:lnTo>
                    <a:pt x="6780" y="10827"/>
                  </a:lnTo>
                  <a:cubicBezTo>
                    <a:pt x="6362" y="10947"/>
                    <a:pt x="6063" y="11335"/>
                    <a:pt x="6063" y="11783"/>
                  </a:cubicBezTo>
                  <a:cubicBezTo>
                    <a:pt x="6063" y="12321"/>
                    <a:pt x="6511" y="12769"/>
                    <a:pt x="7049" y="12769"/>
                  </a:cubicBezTo>
                  <a:cubicBezTo>
                    <a:pt x="7602" y="12769"/>
                    <a:pt x="8050" y="12321"/>
                    <a:pt x="8050" y="11783"/>
                  </a:cubicBezTo>
                  <a:cubicBezTo>
                    <a:pt x="8050" y="11335"/>
                    <a:pt x="7736" y="10947"/>
                    <a:pt x="7333" y="10827"/>
                  </a:cubicBezTo>
                  <a:lnTo>
                    <a:pt x="7333" y="9946"/>
                  </a:lnTo>
                  <a:lnTo>
                    <a:pt x="10947" y="9946"/>
                  </a:lnTo>
                  <a:cubicBezTo>
                    <a:pt x="11126" y="9946"/>
                    <a:pt x="11275" y="10095"/>
                    <a:pt x="11275" y="10274"/>
                  </a:cubicBezTo>
                  <a:lnTo>
                    <a:pt x="11275" y="10827"/>
                  </a:lnTo>
                  <a:cubicBezTo>
                    <a:pt x="10857" y="10947"/>
                    <a:pt x="10559" y="11335"/>
                    <a:pt x="10559" y="11783"/>
                  </a:cubicBezTo>
                  <a:cubicBezTo>
                    <a:pt x="10559" y="12321"/>
                    <a:pt x="11007" y="12769"/>
                    <a:pt x="11558" y="12769"/>
                  </a:cubicBezTo>
                  <a:cubicBezTo>
                    <a:pt x="12096" y="12769"/>
                    <a:pt x="12544" y="12321"/>
                    <a:pt x="12544" y="11783"/>
                  </a:cubicBezTo>
                  <a:cubicBezTo>
                    <a:pt x="12544" y="11335"/>
                    <a:pt x="12245" y="10947"/>
                    <a:pt x="11827" y="10827"/>
                  </a:cubicBezTo>
                  <a:lnTo>
                    <a:pt x="11827" y="10274"/>
                  </a:lnTo>
                  <a:cubicBezTo>
                    <a:pt x="11827" y="9782"/>
                    <a:pt x="11439" y="9394"/>
                    <a:pt x="10947" y="9394"/>
                  </a:cubicBezTo>
                  <a:lnTo>
                    <a:pt x="7333" y="9394"/>
                  </a:lnTo>
                  <a:lnTo>
                    <a:pt x="7333" y="8452"/>
                  </a:lnTo>
                  <a:lnTo>
                    <a:pt x="10917" y="8452"/>
                  </a:lnTo>
                  <a:cubicBezTo>
                    <a:pt x="12649" y="8452"/>
                    <a:pt x="14112" y="7005"/>
                    <a:pt x="14112" y="5272"/>
                  </a:cubicBezTo>
                  <a:cubicBezTo>
                    <a:pt x="14112" y="4451"/>
                    <a:pt x="13768" y="3630"/>
                    <a:pt x="13157" y="3033"/>
                  </a:cubicBezTo>
                  <a:cubicBezTo>
                    <a:pt x="12560" y="2420"/>
                    <a:pt x="11738" y="2077"/>
                    <a:pt x="10917" y="2077"/>
                  </a:cubicBezTo>
                  <a:cubicBezTo>
                    <a:pt x="10708" y="2077"/>
                    <a:pt x="10499" y="2107"/>
                    <a:pt x="10304" y="2137"/>
                  </a:cubicBezTo>
                  <a:cubicBezTo>
                    <a:pt x="9946" y="1539"/>
                    <a:pt x="9468" y="1016"/>
                    <a:pt x="8871" y="643"/>
                  </a:cubicBezTo>
                  <a:cubicBezTo>
                    <a:pt x="8199" y="225"/>
                    <a:pt x="7423" y="1"/>
                    <a:pt x="6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7129428" y="1568958"/>
              <a:ext cx="136948" cy="136998"/>
            </a:xfrm>
            <a:custGeom>
              <a:rect b="b" l="l" r="r" t="t"/>
              <a:pathLst>
                <a:path extrusionOk="0" h="5469" w="5467">
                  <a:moveTo>
                    <a:pt x="3270" y="613"/>
                  </a:moveTo>
                  <a:cubicBezTo>
                    <a:pt x="3689" y="717"/>
                    <a:pt x="4077" y="956"/>
                    <a:pt x="4361" y="1270"/>
                  </a:cubicBezTo>
                  <a:lnTo>
                    <a:pt x="3644" y="2001"/>
                  </a:lnTo>
                  <a:cubicBezTo>
                    <a:pt x="3614" y="2031"/>
                    <a:pt x="3585" y="2031"/>
                    <a:pt x="3555" y="2031"/>
                  </a:cubicBezTo>
                  <a:lnTo>
                    <a:pt x="3390" y="2031"/>
                  </a:lnTo>
                  <a:cubicBezTo>
                    <a:pt x="3211" y="2031"/>
                    <a:pt x="3031" y="2107"/>
                    <a:pt x="2912" y="2240"/>
                  </a:cubicBezTo>
                  <a:lnTo>
                    <a:pt x="2719" y="2420"/>
                  </a:lnTo>
                  <a:cubicBezTo>
                    <a:pt x="2689" y="2449"/>
                    <a:pt x="2659" y="2465"/>
                    <a:pt x="2629" y="2465"/>
                  </a:cubicBezTo>
                  <a:lnTo>
                    <a:pt x="2404" y="2465"/>
                  </a:lnTo>
                  <a:lnTo>
                    <a:pt x="2404" y="1733"/>
                  </a:lnTo>
                  <a:cubicBezTo>
                    <a:pt x="2404" y="1703"/>
                    <a:pt x="2420" y="1673"/>
                    <a:pt x="2450" y="1643"/>
                  </a:cubicBezTo>
                  <a:lnTo>
                    <a:pt x="3077" y="1016"/>
                  </a:lnTo>
                  <a:cubicBezTo>
                    <a:pt x="3181" y="912"/>
                    <a:pt x="3256" y="763"/>
                    <a:pt x="3270" y="613"/>
                  </a:cubicBezTo>
                  <a:close/>
                  <a:moveTo>
                    <a:pt x="2719" y="554"/>
                  </a:moveTo>
                  <a:cubicBezTo>
                    <a:pt x="2719" y="583"/>
                    <a:pt x="2703" y="613"/>
                    <a:pt x="2689" y="628"/>
                  </a:cubicBezTo>
                  <a:lnTo>
                    <a:pt x="2061" y="1255"/>
                  </a:lnTo>
                  <a:cubicBezTo>
                    <a:pt x="1926" y="1390"/>
                    <a:pt x="1852" y="1553"/>
                    <a:pt x="1852" y="1733"/>
                  </a:cubicBezTo>
                  <a:lnTo>
                    <a:pt x="1852" y="2509"/>
                  </a:lnTo>
                  <a:cubicBezTo>
                    <a:pt x="1852" y="2793"/>
                    <a:pt x="2076" y="3017"/>
                    <a:pt x="2360" y="3017"/>
                  </a:cubicBezTo>
                  <a:lnTo>
                    <a:pt x="2629" y="3017"/>
                  </a:lnTo>
                  <a:cubicBezTo>
                    <a:pt x="2808" y="3017"/>
                    <a:pt x="2987" y="2943"/>
                    <a:pt x="3107" y="2808"/>
                  </a:cubicBezTo>
                  <a:lnTo>
                    <a:pt x="3300" y="2629"/>
                  </a:lnTo>
                  <a:cubicBezTo>
                    <a:pt x="3316" y="2599"/>
                    <a:pt x="3346" y="2584"/>
                    <a:pt x="3390" y="2584"/>
                  </a:cubicBezTo>
                  <a:lnTo>
                    <a:pt x="3555" y="2584"/>
                  </a:lnTo>
                  <a:cubicBezTo>
                    <a:pt x="3734" y="2584"/>
                    <a:pt x="3898" y="2525"/>
                    <a:pt x="4033" y="2390"/>
                  </a:cubicBezTo>
                  <a:lnTo>
                    <a:pt x="4690" y="1733"/>
                  </a:lnTo>
                  <a:cubicBezTo>
                    <a:pt x="4839" y="2047"/>
                    <a:pt x="4913" y="2375"/>
                    <a:pt x="4913" y="2734"/>
                  </a:cubicBezTo>
                  <a:cubicBezTo>
                    <a:pt x="4913" y="3554"/>
                    <a:pt x="4465" y="4287"/>
                    <a:pt x="3748" y="4659"/>
                  </a:cubicBezTo>
                  <a:cubicBezTo>
                    <a:pt x="3734" y="4526"/>
                    <a:pt x="3674" y="4391"/>
                    <a:pt x="3569" y="4287"/>
                  </a:cubicBezTo>
                  <a:lnTo>
                    <a:pt x="2987" y="3749"/>
                  </a:lnTo>
                  <a:cubicBezTo>
                    <a:pt x="2868" y="3630"/>
                    <a:pt x="2707" y="3570"/>
                    <a:pt x="2546" y="3570"/>
                  </a:cubicBezTo>
                  <a:cubicBezTo>
                    <a:pt x="2386" y="3570"/>
                    <a:pt x="2225" y="3630"/>
                    <a:pt x="2106" y="3749"/>
                  </a:cubicBezTo>
                  <a:lnTo>
                    <a:pt x="1942" y="3928"/>
                  </a:lnTo>
                  <a:cubicBezTo>
                    <a:pt x="1926" y="3943"/>
                    <a:pt x="1897" y="3943"/>
                    <a:pt x="1882" y="3943"/>
                  </a:cubicBezTo>
                  <a:lnTo>
                    <a:pt x="927" y="3943"/>
                  </a:lnTo>
                  <a:cubicBezTo>
                    <a:pt x="688" y="3584"/>
                    <a:pt x="553" y="3166"/>
                    <a:pt x="553" y="2734"/>
                  </a:cubicBezTo>
                  <a:cubicBezTo>
                    <a:pt x="553" y="1539"/>
                    <a:pt x="1524" y="554"/>
                    <a:pt x="2719" y="554"/>
                  </a:cubicBezTo>
                  <a:close/>
                  <a:moveTo>
                    <a:pt x="2548" y="4115"/>
                  </a:moveTo>
                  <a:cubicBezTo>
                    <a:pt x="2569" y="4115"/>
                    <a:pt x="2591" y="4122"/>
                    <a:pt x="2613" y="4137"/>
                  </a:cubicBezTo>
                  <a:lnTo>
                    <a:pt x="3181" y="4689"/>
                  </a:lnTo>
                  <a:cubicBezTo>
                    <a:pt x="3196" y="4705"/>
                    <a:pt x="3211" y="4735"/>
                    <a:pt x="3211" y="4749"/>
                  </a:cubicBezTo>
                  <a:lnTo>
                    <a:pt x="3211" y="4868"/>
                  </a:lnTo>
                  <a:cubicBezTo>
                    <a:pt x="3061" y="4902"/>
                    <a:pt x="2907" y="4919"/>
                    <a:pt x="2751" y="4919"/>
                  </a:cubicBezTo>
                  <a:cubicBezTo>
                    <a:pt x="2427" y="4919"/>
                    <a:pt x="2100" y="4846"/>
                    <a:pt x="1807" y="4705"/>
                  </a:cubicBezTo>
                  <a:cubicBezTo>
                    <a:pt x="1673" y="4645"/>
                    <a:pt x="1568" y="4570"/>
                    <a:pt x="1449" y="4496"/>
                  </a:cubicBezTo>
                  <a:lnTo>
                    <a:pt x="1882" y="4496"/>
                  </a:lnTo>
                  <a:cubicBezTo>
                    <a:pt x="2046" y="4496"/>
                    <a:pt x="2211" y="4436"/>
                    <a:pt x="2330" y="4317"/>
                  </a:cubicBezTo>
                  <a:lnTo>
                    <a:pt x="2494" y="4137"/>
                  </a:lnTo>
                  <a:cubicBezTo>
                    <a:pt x="2509" y="4122"/>
                    <a:pt x="2528" y="4115"/>
                    <a:pt x="2548" y="4115"/>
                  </a:cubicBezTo>
                  <a:close/>
                  <a:moveTo>
                    <a:pt x="2733" y="1"/>
                  </a:moveTo>
                  <a:cubicBezTo>
                    <a:pt x="1225" y="1"/>
                    <a:pt x="1" y="1225"/>
                    <a:pt x="1" y="2734"/>
                  </a:cubicBezTo>
                  <a:cubicBezTo>
                    <a:pt x="1" y="3331"/>
                    <a:pt x="194" y="3913"/>
                    <a:pt x="568" y="4391"/>
                  </a:cubicBezTo>
                  <a:cubicBezTo>
                    <a:pt x="1046" y="5033"/>
                    <a:pt x="1777" y="5422"/>
                    <a:pt x="2584" y="5466"/>
                  </a:cubicBezTo>
                  <a:cubicBezTo>
                    <a:pt x="2625" y="5468"/>
                    <a:pt x="2668" y="5469"/>
                    <a:pt x="2710" y="5469"/>
                  </a:cubicBezTo>
                  <a:cubicBezTo>
                    <a:pt x="2999" y="5469"/>
                    <a:pt x="3296" y="5423"/>
                    <a:pt x="3569" y="5332"/>
                  </a:cubicBezTo>
                  <a:cubicBezTo>
                    <a:pt x="4704" y="4974"/>
                    <a:pt x="5466" y="3928"/>
                    <a:pt x="5466" y="2734"/>
                  </a:cubicBezTo>
                  <a:cubicBezTo>
                    <a:pt x="5466" y="2151"/>
                    <a:pt x="5301" y="1599"/>
                    <a:pt x="4958" y="1135"/>
                  </a:cubicBezTo>
                  <a:cubicBezTo>
                    <a:pt x="4451" y="434"/>
                    <a:pt x="3614" y="1"/>
                    <a:pt x="2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7"/>
            <p:cNvSpPr/>
            <p:nvPr/>
          </p:nvSpPr>
          <p:spPr>
            <a:xfrm>
              <a:off x="7130931" y="1721438"/>
              <a:ext cx="14980" cy="13677"/>
            </a:xfrm>
            <a:custGeom>
              <a:rect b="b" l="l" r="r" t="t"/>
              <a:pathLst>
                <a:path extrusionOk="0" h="546" w="598">
                  <a:moveTo>
                    <a:pt x="303" y="1"/>
                  </a:moveTo>
                  <a:cubicBezTo>
                    <a:pt x="242" y="1"/>
                    <a:pt x="182" y="20"/>
                    <a:pt x="134" y="51"/>
                  </a:cubicBezTo>
                  <a:cubicBezTo>
                    <a:pt x="45" y="125"/>
                    <a:pt x="1" y="260"/>
                    <a:pt x="45" y="380"/>
                  </a:cubicBezTo>
                  <a:cubicBezTo>
                    <a:pt x="86" y="475"/>
                    <a:pt x="176" y="545"/>
                    <a:pt x="282" y="545"/>
                  </a:cubicBezTo>
                  <a:cubicBezTo>
                    <a:pt x="293" y="545"/>
                    <a:pt x="303" y="545"/>
                    <a:pt x="314" y="543"/>
                  </a:cubicBezTo>
                  <a:cubicBezTo>
                    <a:pt x="433" y="543"/>
                    <a:pt x="523" y="469"/>
                    <a:pt x="568" y="364"/>
                  </a:cubicBezTo>
                  <a:cubicBezTo>
                    <a:pt x="598" y="245"/>
                    <a:pt x="552" y="111"/>
                    <a:pt x="463" y="51"/>
                  </a:cubicBezTo>
                  <a:cubicBezTo>
                    <a:pt x="414" y="16"/>
                    <a:pt x="358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" name="Google Shape;460;p7"/>
          <p:cNvGrpSpPr/>
          <p:nvPr/>
        </p:nvGrpSpPr>
        <p:grpSpPr>
          <a:xfrm>
            <a:off x="1510210" y="3992527"/>
            <a:ext cx="373099" cy="471932"/>
            <a:chOff x="7068080" y="3741119"/>
            <a:chExt cx="279433" cy="353481"/>
          </a:xfrm>
        </p:grpSpPr>
        <p:sp>
          <p:nvSpPr>
            <p:cNvPr id="461" name="Google Shape;461;p7"/>
            <p:cNvSpPr/>
            <p:nvPr/>
          </p:nvSpPr>
          <p:spPr>
            <a:xfrm>
              <a:off x="7068080" y="3741119"/>
              <a:ext cx="279433" cy="353481"/>
            </a:xfrm>
            <a:custGeom>
              <a:rect b="b" l="l" r="r" t="t"/>
              <a:pathLst>
                <a:path extrusionOk="0" h="14111" w="11155">
                  <a:moveTo>
                    <a:pt x="5331" y="552"/>
                  </a:moveTo>
                  <a:cubicBezTo>
                    <a:pt x="6078" y="552"/>
                    <a:pt x="6750" y="970"/>
                    <a:pt x="7079" y="1627"/>
                  </a:cubicBezTo>
                  <a:cubicBezTo>
                    <a:pt x="7128" y="1726"/>
                    <a:pt x="7229" y="1784"/>
                    <a:pt x="7330" y="1784"/>
                  </a:cubicBezTo>
                  <a:cubicBezTo>
                    <a:pt x="7350" y="1784"/>
                    <a:pt x="7371" y="1782"/>
                    <a:pt x="7392" y="1777"/>
                  </a:cubicBezTo>
                  <a:cubicBezTo>
                    <a:pt x="7511" y="1747"/>
                    <a:pt x="7631" y="1732"/>
                    <a:pt x="7750" y="1732"/>
                  </a:cubicBezTo>
                  <a:cubicBezTo>
                    <a:pt x="8483" y="1732"/>
                    <a:pt x="9124" y="2374"/>
                    <a:pt x="9124" y="3091"/>
                  </a:cubicBezTo>
                  <a:cubicBezTo>
                    <a:pt x="9124" y="3837"/>
                    <a:pt x="8497" y="4464"/>
                    <a:pt x="7750" y="4464"/>
                  </a:cubicBezTo>
                  <a:lnTo>
                    <a:pt x="6257" y="4464"/>
                  </a:lnTo>
                  <a:lnTo>
                    <a:pt x="6243" y="4450"/>
                  </a:lnTo>
                  <a:lnTo>
                    <a:pt x="6422" y="4301"/>
                  </a:lnTo>
                  <a:cubicBezTo>
                    <a:pt x="6482" y="4241"/>
                    <a:pt x="6526" y="4166"/>
                    <a:pt x="6526" y="4092"/>
                  </a:cubicBezTo>
                  <a:lnTo>
                    <a:pt x="6526" y="3718"/>
                  </a:lnTo>
                  <a:cubicBezTo>
                    <a:pt x="6526" y="3644"/>
                    <a:pt x="6496" y="3584"/>
                    <a:pt x="6452" y="3524"/>
                  </a:cubicBezTo>
                  <a:lnTo>
                    <a:pt x="5958" y="3001"/>
                  </a:lnTo>
                  <a:lnTo>
                    <a:pt x="5690" y="2718"/>
                  </a:lnTo>
                  <a:cubicBezTo>
                    <a:pt x="5645" y="2658"/>
                    <a:pt x="5570" y="2628"/>
                    <a:pt x="5496" y="2628"/>
                  </a:cubicBezTo>
                  <a:cubicBezTo>
                    <a:pt x="5421" y="2628"/>
                    <a:pt x="5347" y="2658"/>
                    <a:pt x="5287" y="2718"/>
                  </a:cubicBezTo>
                  <a:lnTo>
                    <a:pt x="4540" y="3509"/>
                  </a:lnTo>
                  <a:lnTo>
                    <a:pt x="4525" y="3509"/>
                  </a:lnTo>
                  <a:cubicBezTo>
                    <a:pt x="4481" y="3568"/>
                    <a:pt x="4451" y="3628"/>
                    <a:pt x="4451" y="3703"/>
                  </a:cubicBezTo>
                  <a:lnTo>
                    <a:pt x="4451" y="4464"/>
                  </a:lnTo>
                  <a:lnTo>
                    <a:pt x="2987" y="4464"/>
                  </a:lnTo>
                  <a:cubicBezTo>
                    <a:pt x="2450" y="4464"/>
                    <a:pt x="2016" y="4032"/>
                    <a:pt x="2016" y="3509"/>
                  </a:cubicBezTo>
                  <a:cubicBezTo>
                    <a:pt x="2016" y="2971"/>
                    <a:pt x="2450" y="2539"/>
                    <a:pt x="2987" y="2539"/>
                  </a:cubicBezTo>
                  <a:lnTo>
                    <a:pt x="3077" y="2539"/>
                  </a:lnTo>
                  <a:cubicBezTo>
                    <a:pt x="3087" y="2540"/>
                    <a:pt x="3097" y="2540"/>
                    <a:pt x="3107" y="2540"/>
                  </a:cubicBezTo>
                  <a:cubicBezTo>
                    <a:pt x="3257" y="2540"/>
                    <a:pt x="3376" y="2440"/>
                    <a:pt x="3390" y="2300"/>
                  </a:cubicBezTo>
                  <a:cubicBezTo>
                    <a:pt x="3495" y="1299"/>
                    <a:pt x="4331" y="552"/>
                    <a:pt x="5331" y="552"/>
                  </a:cubicBezTo>
                  <a:close/>
                  <a:moveTo>
                    <a:pt x="5496" y="3300"/>
                  </a:moveTo>
                  <a:lnTo>
                    <a:pt x="5974" y="3823"/>
                  </a:lnTo>
                  <a:lnTo>
                    <a:pt x="5974" y="3957"/>
                  </a:lnTo>
                  <a:lnTo>
                    <a:pt x="5675" y="4211"/>
                  </a:lnTo>
                  <a:cubicBezTo>
                    <a:pt x="5556" y="4315"/>
                    <a:pt x="5540" y="4494"/>
                    <a:pt x="5645" y="4599"/>
                  </a:cubicBezTo>
                  <a:lnTo>
                    <a:pt x="5928" y="4912"/>
                  </a:lnTo>
                  <a:lnTo>
                    <a:pt x="5928" y="5197"/>
                  </a:lnTo>
                  <a:lnTo>
                    <a:pt x="5660" y="5450"/>
                  </a:lnTo>
                  <a:cubicBezTo>
                    <a:pt x="5540" y="5555"/>
                    <a:pt x="5556" y="5734"/>
                    <a:pt x="5660" y="5838"/>
                  </a:cubicBezTo>
                  <a:lnTo>
                    <a:pt x="5928" y="6093"/>
                  </a:lnTo>
                  <a:lnTo>
                    <a:pt x="5928" y="6346"/>
                  </a:lnTo>
                  <a:cubicBezTo>
                    <a:pt x="5928" y="6465"/>
                    <a:pt x="5988" y="6570"/>
                    <a:pt x="6093" y="6600"/>
                  </a:cubicBezTo>
                  <a:cubicBezTo>
                    <a:pt x="6392" y="6734"/>
                    <a:pt x="6631" y="6943"/>
                    <a:pt x="6795" y="7227"/>
                  </a:cubicBezTo>
                  <a:cubicBezTo>
                    <a:pt x="7123" y="7795"/>
                    <a:pt x="7004" y="8542"/>
                    <a:pt x="6511" y="8990"/>
                  </a:cubicBezTo>
                  <a:cubicBezTo>
                    <a:pt x="6242" y="9236"/>
                    <a:pt x="5893" y="9359"/>
                    <a:pt x="5544" y="9359"/>
                  </a:cubicBezTo>
                  <a:cubicBezTo>
                    <a:pt x="5217" y="9359"/>
                    <a:pt x="4890" y="9251"/>
                    <a:pt x="4630" y="9034"/>
                  </a:cubicBezTo>
                  <a:cubicBezTo>
                    <a:pt x="4316" y="8765"/>
                    <a:pt x="4107" y="8377"/>
                    <a:pt x="4107" y="7929"/>
                  </a:cubicBezTo>
                  <a:cubicBezTo>
                    <a:pt x="4107" y="7646"/>
                    <a:pt x="4196" y="7377"/>
                    <a:pt x="4346" y="7138"/>
                  </a:cubicBezTo>
                  <a:cubicBezTo>
                    <a:pt x="4481" y="6943"/>
                    <a:pt x="4660" y="6780"/>
                    <a:pt x="4853" y="6674"/>
                  </a:cubicBezTo>
                  <a:cubicBezTo>
                    <a:pt x="4943" y="6630"/>
                    <a:pt x="5003" y="6525"/>
                    <a:pt x="5003" y="6435"/>
                  </a:cubicBezTo>
                  <a:lnTo>
                    <a:pt x="5003" y="3807"/>
                  </a:lnTo>
                  <a:lnTo>
                    <a:pt x="5496" y="3300"/>
                  </a:lnTo>
                  <a:close/>
                  <a:moveTo>
                    <a:pt x="9259" y="6256"/>
                  </a:moveTo>
                  <a:cubicBezTo>
                    <a:pt x="9482" y="6256"/>
                    <a:pt x="9662" y="6435"/>
                    <a:pt x="9662" y="6674"/>
                  </a:cubicBezTo>
                  <a:lnTo>
                    <a:pt x="9662" y="11931"/>
                  </a:lnTo>
                  <a:cubicBezTo>
                    <a:pt x="9662" y="12155"/>
                    <a:pt x="9482" y="12334"/>
                    <a:pt x="9259" y="12334"/>
                  </a:cubicBezTo>
                  <a:lnTo>
                    <a:pt x="1897" y="12334"/>
                  </a:lnTo>
                  <a:cubicBezTo>
                    <a:pt x="1673" y="12334"/>
                    <a:pt x="1479" y="12155"/>
                    <a:pt x="1479" y="11931"/>
                  </a:cubicBezTo>
                  <a:lnTo>
                    <a:pt x="1479" y="6674"/>
                  </a:lnTo>
                  <a:cubicBezTo>
                    <a:pt x="1479" y="6435"/>
                    <a:pt x="1673" y="6256"/>
                    <a:pt x="1897" y="6256"/>
                  </a:cubicBezTo>
                  <a:lnTo>
                    <a:pt x="4451" y="6256"/>
                  </a:lnTo>
                  <a:lnTo>
                    <a:pt x="4451" y="6272"/>
                  </a:lnTo>
                  <a:cubicBezTo>
                    <a:pt x="4242" y="6421"/>
                    <a:pt x="4063" y="6600"/>
                    <a:pt x="3913" y="6809"/>
                  </a:cubicBezTo>
                  <a:lnTo>
                    <a:pt x="2315" y="6809"/>
                  </a:lnTo>
                  <a:cubicBezTo>
                    <a:pt x="2151" y="6809"/>
                    <a:pt x="2032" y="6929"/>
                    <a:pt x="2032" y="7078"/>
                  </a:cubicBezTo>
                  <a:lnTo>
                    <a:pt x="2032" y="11512"/>
                  </a:lnTo>
                  <a:cubicBezTo>
                    <a:pt x="2032" y="11662"/>
                    <a:pt x="2151" y="11781"/>
                    <a:pt x="2315" y="11781"/>
                  </a:cubicBezTo>
                  <a:lnTo>
                    <a:pt x="4346" y="11781"/>
                  </a:lnTo>
                  <a:cubicBezTo>
                    <a:pt x="4495" y="11781"/>
                    <a:pt x="4630" y="11662"/>
                    <a:pt x="4630" y="11512"/>
                  </a:cubicBezTo>
                  <a:cubicBezTo>
                    <a:pt x="4630" y="11363"/>
                    <a:pt x="4495" y="11229"/>
                    <a:pt x="4346" y="11229"/>
                  </a:cubicBezTo>
                  <a:lnTo>
                    <a:pt x="2584" y="11229"/>
                  </a:lnTo>
                  <a:lnTo>
                    <a:pt x="2584" y="7361"/>
                  </a:lnTo>
                  <a:lnTo>
                    <a:pt x="3644" y="7361"/>
                  </a:lnTo>
                  <a:cubicBezTo>
                    <a:pt x="3599" y="7556"/>
                    <a:pt x="3555" y="7735"/>
                    <a:pt x="3555" y="7929"/>
                  </a:cubicBezTo>
                  <a:cubicBezTo>
                    <a:pt x="3555" y="8512"/>
                    <a:pt x="3808" y="9034"/>
                    <a:pt x="4212" y="9408"/>
                  </a:cubicBezTo>
                  <a:cubicBezTo>
                    <a:pt x="4570" y="9721"/>
                    <a:pt x="5033" y="9915"/>
                    <a:pt x="5540" y="9915"/>
                  </a:cubicBezTo>
                  <a:cubicBezTo>
                    <a:pt x="6034" y="9915"/>
                    <a:pt x="6496" y="9736"/>
                    <a:pt x="6840" y="9437"/>
                  </a:cubicBezTo>
                  <a:cubicBezTo>
                    <a:pt x="7258" y="9079"/>
                    <a:pt x="7527" y="8526"/>
                    <a:pt x="7527" y="7929"/>
                  </a:cubicBezTo>
                  <a:cubicBezTo>
                    <a:pt x="7527" y="7735"/>
                    <a:pt x="7497" y="7540"/>
                    <a:pt x="7452" y="7361"/>
                  </a:cubicBezTo>
                  <a:lnTo>
                    <a:pt x="8557" y="7361"/>
                  </a:lnTo>
                  <a:lnTo>
                    <a:pt x="8557" y="11229"/>
                  </a:lnTo>
                  <a:lnTo>
                    <a:pt x="6780" y="11229"/>
                  </a:lnTo>
                  <a:cubicBezTo>
                    <a:pt x="6615" y="11229"/>
                    <a:pt x="6496" y="11363"/>
                    <a:pt x="6496" y="11512"/>
                  </a:cubicBezTo>
                  <a:cubicBezTo>
                    <a:pt x="6496" y="11662"/>
                    <a:pt x="6615" y="11781"/>
                    <a:pt x="6780" y="11781"/>
                  </a:cubicBezTo>
                  <a:lnTo>
                    <a:pt x="8841" y="11781"/>
                  </a:lnTo>
                  <a:cubicBezTo>
                    <a:pt x="8990" y="11781"/>
                    <a:pt x="9110" y="11662"/>
                    <a:pt x="9110" y="11512"/>
                  </a:cubicBezTo>
                  <a:lnTo>
                    <a:pt x="9110" y="7078"/>
                  </a:lnTo>
                  <a:cubicBezTo>
                    <a:pt x="9110" y="6929"/>
                    <a:pt x="8990" y="6809"/>
                    <a:pt x="8841" y="6809"/>
                  </a:cubicBezTo>
                  <a:lnTo>
                    <a:pt x="7183" y="6809"/>
                  </a:lnTo>
                  <a:cubicBezTo>
                    <a:pt x="7033" y="6585"/>
                    <a:pt x="6840" y="6406"/>
                    <a:pt x="6615" y="6256"/>
                  </a:cubicBezTo>
                  <a:close/>
                  <a:moveTo>
                    <a:pt x="10603" y="12886"/>
                  </a:moveTo>
                  <a:lnTo>
                    <a:pt x="10603" y="13171"/>
                  </a:lnTo>
                  <a:cubicBezTo>
                    <a:pt x="10603" y="13394"/>
                    <a:pt x="10424" y="13559"/>
                    <a:pt x="10215" y="13559"/>
                  </a:cubicBezTo>
                  <a:lnTo>
                    <a:pt x="941" y="13559"/>
                  </a:lnTo>
                  <a:cubicBezTo>
                    <a:pt x="718" y="13559"/>
                    <a:pt x="553" y="13394"/>
                    <a:pt x="553" y="13171"/>
                  </a:cubicBezTo>
                  <a:lnTo>
                    <a:pt x="553" y="12886"/>
                  </a:lnTo>
                  <a:close/>
                  <a:moveTo>
                    <a:pt x="5331" y="0"/>
                  </a:moveTo>
                  <a:cubicBezTo>
                    <a:pt x="4137" y="0"/>
                    <a:pt x="3121" y="836"/>
                    <a:pt x="2882" y="1986"/>
                  </a:cubicBezTo>
                  <a:cubicBezTo>
                    <a:pt x="2091" y="2045"/>
                    <a:pt x="1479" y="2702"/>
                    <a:pt x="1479" y="3509"/>
                  </a:cubicBezTo>
                  <a:cubicBezTo>
                    <a:pt x="1479" y="4345"/>
                    <a:pt x="2151" y="5018"/>
                    <a:pt x="2987" y="5018"/>
                  </a:cubicBezTo>
                  <a:lnTo>
                    <a:pt x="4451" y="5018"/>
                  </a:lnTo>
                  <a:lnTo>
                    <a:pt x="4451" y="5704"/>
                  </a:lnTo>
                  <a:lnTo>
                    <a:pt x="1897" y="5704"/>
                  </a:lnTo>
                  <a:cubicBezTo>
                    <a:pt x="1359" y="5704"/>
                    <a:pt x="927" y="6137"/>
                    <a:pt x="927" y="6674"/>
                  </a:cubicBezTo>
                  <a:lnTo>
                    <a:pt x="927" y="11931"/>
                  </a:lnTo>
                  <a:cubicBezTo>
                    <a:pt x="927" y="12080"/>
                    <a:pt x="971" y="12215"/>
                    <a:pt x="1031" y="12334"/>
                  </a:cubicBezTo>
                  <a:lnTo>
                    <a:pt x="270" y="12334"/>
                  </a:lnTo>
                  <a:cubicBezTo>
                    <a:pt x="120" y="12334"/>
                    <a:pt x="1" y="12454"/>
                    <a:pt x="1" y="12617"/>
                  </a:cubicBezTo>
                  <a:lnTo>
                    <a:pt x="1" y="13171"/>
                  </a:lnTo>
                  <a:cubicBezTo>
                    <a:pt x="1" y="13693"/>
                    <a:pt x="419" y="14111"/>
                    <a:pt x="941" y="14111"/>
                  </a:cubicBezTo>
                  <a:lnTo>
                    <a:pt x="10215" y="14111"/>
                  </a:lnTo>
                  <a:cubicBezTo>
                    <a:pt x="10737" y="14111"/>
                    <a:pt x="11155" y="13693"/>
                    <a:pt x="11155" y="13171"/>
                  </a:cubicBezTo>
                  <a:lnTo>
                    <a:pt x="11155" y="12617"/>
                  </a:lnTo>
                  <a:cubicBezTo>
                    <a:pt x="11155" y="12454"/>
                    <a:pt x="11035" y="12334"/>
                    <a:pt x="10872" y="12334"/>
                  </a:cubicBezTo>
                  <a:lnTo>
                    <a:pt x="10125" y="12334"/>
                  </a:lnTo>
                  <a:cubicBezTo>
                    <a:pt x="10185" y="12215"/>
                    <a:pt x="10215" y="12080"/>
                    <a:pt x="10215" y="11931"/>
                  </a:cubicBezTo>
                  <a:lnTo>
                    <a:pt x="10215" y="6674"/>
                  </a:lnTo>
                  <a:cubicBezTo>
                    <a:pt x="10215" y="6137"/>
                    <a:pt x="9781" y="5704"/>
                    <a:pt x="9259" y="5704"/>
                  </a:cubicBezTo>
                  <a:lnTo>
                    <a:pt x="6317" y="5704"/>
                  </a:lnTo>
                  <a:lnTo>
                    <a:pt x="6243" y="5645"/>
                  </a:lnTo>
                  <a:lnTo>
                    <a:pt x="6392" y="5510"/>
                  </a:lnTo>
                  <a:cubicBezTo>
                    <a:pt x="6436" y="5450"/>
                    <a:pt x="6466" y="5390"/>
                    <a:pt x="6466" y="5316"/>
                  </a:cubicBezTo>
                  <a:lnTo>
                    <a:pt x="6466" y="5018"/>
                  </a:lnTo>
                  <a:lnTo>
                    <a:pt x="7750" y="5018"/>
                  </a:lnTo>
                  <a:cubicBezTo>
                    <a:pt x="8795" y="5018"/>
                    <a:pt x="9677" y="4136"/>
                    <a:pt x="9677" y="3091"/>
                  </a:cubicBezTo>
                  <a:cubicBezTo>
                    <a:pt x="9677" y="2061"/>
                    <a:pt x="8795" y="1179"/>
                    <a:pt x="7750" y="1179"/>
                  </a:cubicBezTo>
                  <a:cubicBezTo>
                    <a:pt x="7661" y="1179"/>
                    <a:pt x="7557" y="1179"/>
                    <a:pt x="7467" y="1195"/>
                  </a:cubicBezTo>
                  <a:cubicBezTo>
                    <a:pt x="7019" y="463"/>
                    <a:pt x="6213" y="0"/>
                    <a:pt x="5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7200119" y="3946303"/>
              <a:ext cx="15431" cy="13702"/>
            </a:xfrm>
            <a:custGeom>
              <a:rect b="b" l="l" r="r" t="t"/>
              <a:pathLst>
                <a:path extrusionOk="0" h="547" w="616">
                  <a:moveTo>
                    <a:pt x="300" y="0"/>
                  </a:moveTo>
                  <a:cubicBezTo>
                    <a:pt x="255" y="0"/>
                    <a:pt x="209" y="11"/>
                    <a:pt x="165" y="36"/>
                  </a:cubicBezTo>
                  <a:cubicBezTo>
                    <a:pt x="46" y="112"/>
                    <a:pt x="0" y="261"/>
                    <a:pt x="46" y="380"/>
                  </a:cubicBezTo>
                  <a:cubicBezTo>
                    <a:pt x="86" y="475"/>
                    <a:pt x="189" y="546"/>
                    <a:pt x="297" y="546"/>
                  </a:cubicBezTo>
                  <a:cubicBezTo>
                    <a:pt x="308" y="546"/>
                    <a:pt x="318" y="545"/>
                    <a:pt x="329" y="544"/>
                  </a:cubicBezTo>
                  <a:cubicBezTo>
                    <a:pt x="434" y="544"/>
                    <a:pt x="538" y="454"/>
                    <a:pt x="568" y="335"/>
                  </a:cubicBezTo>
                  <a:cubicBezTo>
                    <a:pt x="615" y="159"/>
                    <a:pt x="467" y="0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7"/>
            <p:cNvSpPr/>
            <p:nvPr/>
          </p:nvSpPr>
          <p:spPr>
            <a:xfrm>
              <a:off x="7199768" y="4022631"/>
              <a:ext cx="15731" cy="13778"/>
            </a:xfrm>
            <a:custGeom>
              <a:rect b="b" l="l" r="r" t="t"/>
              <a:pathLst>
                <a:path extrusionOk="0" h="550" w="628">
                  <a:moveTo>
                    <a:pt x="308" y="0"/>
                  </a:moveTo>
                  <a:cubicBezTo>
                    <a:pt x="275" y="0"/>
                    <a:pt x="241" y="7"/>
                    <a:pt x="209" y="21"/>
                  </a:cubicBezTo>
                  <a:cubicBezTo>
                    <a:pt x="74" y="81"/>
                    <a:pt x="0" y="245"/>
                    <a:pt x="60" y="380"/>
                  </a:cubicBezTo>
                  <a:cubicBezTo>
                    <a:pt x="105" y="482"/>
                    <a:pt x="211" y="550"/>
                    <a:pt x="319" y="550"/>
                  </a:cubicBezTo>
                  <a:cubicBezTo>
                    <a:pt x="353" y="550"/>
                    <a:pt x="386" y="543"/>
                    <a:pt x="418" y="529"/>
                  </a:cubicBezTo>
                  <a:cubicBezTo>
                    <a:pt x="568" y="469"/>
                    <a:pt x="627" y="304"/>
                    <a:pt x="568" y="171"/>
                  </a:cubicBezTo>
                  <a:cubicBezTo>
                    <a:pt x="522" y="68"/>
                    <a:pt x="416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4" name="Google Shape;464;p7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Objetivo General del Proyecto</a:t>
            </a:r>
            <a:endParaRPr sz="2400"/>
          </a:p>
        </p:txBody>
      </p:sp>
      <p:sp>
        <p:nvSpPr>
          <p:cNvPr id="465" name="Google Shape;465;p7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66" name="Google Shape;4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7"/>
          <p:cNvSpPr txBox="1"/>
          <p:nvPr>
            <p:ph idx="1" type="subTitle"/>
          </p:nvPr>
        </p:nvSpPr>
        <p:spPr>
          <a:xfrm>
            <a:off x="1159500" y="1584175"/>
            <a:ext cx="6580500" cy="19113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300"/>
              <a:t>Desarrollar una plataforma web que apoye a los estudiantes universitarios en la organización y optimización de su proceso de estudio, mediante herramientas que fomenten la concentración, la planificación y el desarrollo de hábitos de aprendizaje efectivos en un entorno colaborativo.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468" name="Google Shape;468;p7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23905" l="0" r="0" t="23899"/>
          <a:stretch/>
        </p:blipFill>
        <p:spPr>
          <a:xfrm>
            <a:off x="4528349" y="3495591"/>
            <a:ext cx="4210500" cy="1465800"/>
          </a:xfrm>
          <a:prstGeom prst="snip1Rect">
            <a:avLst>
              <a:gd fmla="val 16667" name="adj"/>
            </a:avLst>
          </a:prstGeom>
          <a:noFill/>
          <a:ln cap="flat" cmpd="sng" w="9525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g3a5ae13508d_0_33"/>
          <p:cNvGrpSpPr/>
          <p:nvPr/>
        </p:nvGrpSpPr>
        <p:grpSpPr>
          <a:xfrm>
            <a:off x="686530" y="3992528"/>
            <a:ext cx="455409" cy="471930"/>
            <a:chOff x="4824015" y="2089272"/>
            <a:chExt cx="341156" cy="353506"/>
          </a:xfrm>
        </p:grpSpPr>
        <p:sp>
          <p:nvSpPr>
            <p:cNvPr id="474" name="Google Shape;474;g3a5ae13508d_0_33"/>
            <p:cNvSpPr/>
            <p:nvPr/>
          </p:nvSpPr>
          <p:spPr>
            <a:xfrm>
              <a:off x="4824015" y="2089272"/>
              <a:ext cx="341156" cy="353506"/>
            </a:xfrm>
            <a:custGeom>
              <a:rect b="b" l="l" r="r" t="t"/>
              <a:pathLst>
                <a:path extrusionOk="0" h="14112" w="13619">
                  <a:moveTo>
                    <a:pt x="6391" y="553"/>
                  </a:moveTo>
                  <a:cubicBezTo>
                    <a:pt x="6780" y="553"/>
                    <a:pt x="7078" y="867"/>
                    <a:pt x="7078" y="1240"/>
                  </a:cubicBezTo>
                  <a:cubicBezTo>
                    <a:pt x="7078" y="1405"/>
                    <a:pt x="7213" y="1524"/>
                    <a:pt x="7363" y="1524"/>
                  </a:cubicBezTo>
                  <a:lnTo>
                    <a:pt x="7482" y="1524"/>
                  </a:lnTo>
                  <a:cubicBezTo>
                    <a:pt x="7855" y="1524"/>
                    <a:pt x="8169" y="1823"/>
                    <a:pt x="8169" y="2211"/>
                  </a:cubicBezTo>
                  <a:lnTo>
                    <a:pt x="8169" y="3167"/>
                  </a:lnTo>
                  <a:cubicBezTo>
                    <a:pt x="7735" y="3151"/>
                    <a:pt x="7303" y="2972"/>
                    <a:pt x="7019" y="2643"/>
                  </a:cubicBezTo>
                  <a:lnTo>
                    <a:pt x="6736" y="2330"/>
                  </a:lnTo>
                  <a:cubicBezTo>
                    <a:pt x="6687" y="2273"/>
                    <a:pt x="6615" y="2246"/>
                    <a:pt x="6541" y="2246"/>
                  </a:cubicBezTo>
                  <a:cubicBezTo>
                    <a:pt x="6500" y="2246"/>
                    <a:pt x="6459" y="2254"/>
                    <a:pt x="6421" y="2271"/>
                  </a:cubicBezTo>
                  <a:lnTo>
                    <a:pt x="4794" y="3017"/>
                  </a:lnTo>
                  <a:cubicBezTo>
                    <a:pt x="4585" y="3107"/>
                    <a:pt x="4361" y="3167"/>
                    <a:pt x="4137" y="3167"/>
                  </a:cubicBezTo>
                  <a:lnTo>
                    <a:pt x="3524" y="3167"/>
                  </a:lnTo>
                  <a:lnTo>
                    <a:pt x="3524" y="2480"/>
                  </a:lnTo>
                  <a:cubicBezTo>
                    <a:pt x="3524" y="1419"/>
                    <a:pt x="4391" y="553"/>
                    <a:pt x="5451" y="553"/>
                  </a:cubicBezTo>
                  <a:close/>
                  <a:moveTo>
                    <a:pt x="6467" y="2852"/>
                  </a:moveTo>
                  <a:lnTo>
                    <a:pt x="6601" y="3017"/>
                  </a:lnTo>
                  <a:cubicBezTo>
                    <a:pt x="6959" y="3406"/>
                    <a:pt x="7452" y="3644"/>
                    <a:pt x="7974" y="3704"/>
                  </a:cubicBezTo>
                  <a:lnTo>
                    <a:pt x="7974" y="4405"/>
                  </a:lnTo>
                  <a:cubicBezTo>
                    <a:pt x="7974" y="5138"/>
                    <a:pt x="7572" y="5795"/>
                    <a:pt x="6974" y="6167"/>
                  </a:cubicBezTo>
                  <a:cubicBezTo>
                    <a:pt x="6679" y="6360"/>
                    <a:pt x="6318" y="6476"/>
                    <a:pt x="5958" y="6476"/>
                  </a:cubicBezTo>
                  <a:cubicBezTo>
                    <a:pt x="5898" y="6476"/>
                    <a:pt x="5839" y="6473"/>
                    <a:pt x="5780" y="6466"/>
                  </a:cubicBezTo>
                  <a:cubicBezTo>
                    <a:pt x="4645" y="6377"/>
                    <a:pt x="3839" y="5466"/>
                    <a:pt x="3839" y="4242"/>
                  </a:cubicBezTo>
                  <a:lnTo>
                    <a:pt x="3839" y="3704"/>
                  </a:lnTo>
                  <a:lnTo>
                    <a:pt x="4137" y="3704"/>
                  </a:lnTo>
                  <a:cubicBezTo>
                    <a:pt x="4436" y="3704"/>
                    <a:pt x="4749" y="3644"/>
                    <a:pt x="5018" y="3509"/>
                  </a:cubicBezTo>
                  <a:lnTo>
                    <a:pt x="6467" y="2852"/>
                  </a:lnTo>
                  <a:close/>
                  <a:moveTo>
                    <a:pt x="6974" y="6795"/>
                  </a:moveTo>
                  <a:lnTo>
                    <a:pt x="7168" y="7736"/>
                  </a:lnTo>
                  <a:cubicBezTo>
                    <a:pt x="7154" y="7766"/>
                    <a:pt x="7138" y="7780"/>
                    <a:pt x="7108" y="7810"/>
                  </a:cubicBezTo>
                  <a:cubicBezTo>
                    <a:pt x="6839" y="8184"/>
                    <a:pt x="6407" y="8393"/>
                    <a:pt x="5943" y="8393"/>
                  </a:cubicBezTo>
                  <a:cubicBezTo>
                    <a:pt x="5466" y="8393"/>
                    <a:pt x="5003" y="8139"/>
                    <a:pt x="4735" y="7736"/>
                  </a:cubicBezTo>
                  <a:lnTo>
                    <a:pt x="4884" y="6810"/>
                  </a:lnTo>
                  <a:cubicBezTo>
                    <a:pt x="5211" y="6956"/>
                    <a:pt x="5559" y="7027"/>
                    <a:pt x="5907" y="7027"/>
                  </a:cubicBezTo>
                  <a:cubicBezTo>
                    <a:pt x="6273" y="7027"/>
                    <a:pt x="6637" y="6948"/>
                    <a:pt x="6974" y="6795"/>
                  </a:cubicBezTo>
                  <a:close/>
                  <a:moveTo>
                    <a:pt x="7586" y="8094"/>
                  </a:moveTo>
                  <a:lnTo>
                    <a:pt x="8094" y="8214"/>
                  </a:lnTo>
                  <a:cubicBezTo>
                    <a:pt x="7646" y="8990"/>
                    <a:pt x="6855" y="9438"/>
                    <a:pt x="5959" y="9438"/>
                  </a:cubicBezTo>
                  <a:cubicBezTo>
                    <a:pt x="5063" y="9438"/>
                    <a:pt x="4271" y="8975"/>
                    <a:pt x="3809" y="8214"/>
                  </a:cubicBezTo>
                  <a:lnTo>
                    <a:pt x="4316" y="8094"/>
                  </a:lnTo>
                  <a:cubicBezTo>
                    <a:pt x="4689" y="8632"/>
                    <a:pt x="5316" y="8945"/>
                    <a:pt x="5959" y="8945"/>
                  </a:cubicBezTo>
                  <a:cubicBezTo>
                    <a:pt x="6601" y="8945"/>
                    <a:pt x="7213" y="8632"/>
                    <a:pt x="7586" y="8094"/>
                  </a:cubicBezTo>
                  <a:close/>
                  <a:moveTo>
                    <a:pt x="11275" y="9990"/>
                  </a:moveTo>
                  <a:cubicBezTo>
                    <a:pt x="12245" y="9990"/>
                    <a:pt x="13067" y="10796"/>
                    <a:pt x="13067" y="11782"/>
                  </a:cubicBezTo>
                  <a:cubicBezTo>
                    <a:pt x="13067" y="12768"/>
                    <a:pt x="12261" y="13560"/>
                    <a:pt x="11275" y="13560"/>
                  </a:cubicBezTo>
                  <a:cubicBezTo>
                    <a:pt x="10304" y="13560"/>
                    <a:pt x="9483" y="12753"/>
                    <a:pt x="9483" y="11782"/>
                  </a:cubicBezTo>
                  <a:cubicBezTo>
                    <a:pt x="9483" y="10796"/>
                    <a:pt x="10289" y="9990"/>
                    <a:pt x="11275" y="9990"/>
                  </a:cubicBezTo>
                  <a:close/>
                  <a:moveTo>
                    <a:pt x="5451" y="1"/>
                  </a:moveTo>
                  <a:cubicBezTo>
                    <a:pt x="4092" y="1"/>
                    <a:pt x="2987" y="1120"/>
                    <a:pt x="2987" y="2480"/>
                  </a:cubicBezTo>
                  <a:lnTo>
                    <a:pt x="2987" y="3435"/>
                  </a:lnTo>
                  <a:cubicBezTo>
                    <a:pt x="2987" y="3585"/>
                    <a:pt x="3106" y="3704"/>
                    <a:pt x="3256" y="3704"/>
                  </a:cubicBezTo>
                  <a:lnTo>
                    <a:pt x="3286" y="3704"/>
                  </a:lnTo>
                  <a:lnTo>
                    <a:pt x="3286" y="4242"/>
                  </a:lnTo>
                  <a:cubicBezTo>
                    <a:pt x="3286" y="4988"/>
                    <a:pt x="3540" y="5675"/>
                    <a:pt x="4002" y="6183"/>
                  </a:cubicBezTo>
                  <a:cubicBezTo>
                    <a:pt x="4122" y="6302"/>
                    <a:pt x="4241" y="6422"/>
                    <a:pt x="4376" y="6526"/>
                  </a:cubicBezTo>
                  <a:lnTo>
                    <a:pt x="4211" y="7557"/>
                  </a:lnTo>
                  <a:lnTo>
                    <a:pt x="2196" y="8035"/>
                  </a:lnTo>
                  <a:cubicBezTo>
                    <a:pt x="1613" y="8168"/>
                    <a:pt x="1076" y="8453"/>
                    <a:pt x="687" y="8871"/>
                  </a:cubicBezTo>
                  <a:cubicBezTo>
                    <a:pt x="239" y="9319"/>
                    <a:pt x="0" y="9886"/>
                    <a:pt x="0" y="10484"/>
                  </a:cubicBezTo>
                  <a:lnTo>
                    <a:pt x="0" y="12827"/>
                  </a:lnTo>
                  <a:cubicBezTo>
                    <a:pt x="0" y="12977"/>
                    <a:pt x="135" y="13096"/>
                    <a:pt x="285" y="13096"/>
                  </a:cubicBezTo>
                  <a:lnTo>
                    <a:pt x="4794" y="13096"/>
                  </a:lnTo>
                  <a:cubicBezTo>
                    <a:pt x="4944" y="13096"/>
                    <a:pt x="5063" y="12977"/>
                    <a:pt x="5063" y="12827"/>
                  </a:cubicBezTo>
                  <a:cubicBezTo>
                    <a:pt x="5063" y="12678"/>
                    <a:pt x="4944" y="12544"/>
                    <a:pt x="4794" y="12544"/>
                  </a:cubicBezTo>
                  <a:lnTo>
                    <a:pt x="2405" y="12544"/>
                  </a:lnTo>
                  <a:lnTo>
                    <a:pt x="2405" y="11364"/>
                  </a:lnTo>
                  <a:cubicBezTo>
                    <a:pt x="2405" y="11215"/>
                    <a:pt x="2270" y="11095"/>
                    <a:pt x="2121" y="11095"/>
                  </a:cubicBezTo>
                  <a:cubicBezTo>
                    <a:pt x="1971" y="11095"/>
                    <a:pt x="1852" y="11215"/>
                    <a:pt x="1852" y="11364"/>
                  </a:cubicBezTo>
                  <a:lnTo>
                    <a:pt x="1852" y="12544"/>
                  </a:lnTo>
                  <a:lnTo>
                    <a:pt x="553" y="12544"/>
                  </a:lnTo>
                  <a:lnTo>
                    <a:pt x="553" y="10484"/>
                  </a:lnTo>
                  <a:cubicBezTo>
                    <a:pt x="553" y="9751"/>
                    <a:pt x="1105" y="8841"/>
                    <a:pt x="2315" y="8572"/>
                  </a:cubicBezTo>
                  <a:lnTo>
                    <a:pt x="3256" y="8348"/>
                  </a:lnTo>
                  <a:lnTo>
                    <a:pt x="3301" y="8437"/>
                  </a:lnTo>
                  <a:cubicBezTo>
                    <a:pt x="3839" y="9408"/>
                    <a:pt x="4838" y="9990"/>
                    <a:pt x="5959" y="9990"/>
                  </a:cubicBezTo>
                  <a:cubicBezTo>
                    <a:pt x="7078" y="9990"/>
                    <a:pt x="8064" y="9408"/>
                    <a:pt x="8617" y="8437"/>
                  </a:cubicBezTo>
                  <a:lnTo>
                    <a:pt x="8661" y="8348"/>
                  </a:lnTo>
                  <a:lnTo>
                    <a:pt x="9557" y="8572"/>
                  </a:lnTo>
                  <a:cubicBezTo>
                    <a:pt x="10140" y="8721"/>
                    <a:pt x="10648" y="9050"/>
                    <a:pt x="10961" y="9453"/>
                  </a:cubicBezTo>
                  <a:cubicBezTo>
                    <a:pt x="9812" y="9617"/>
                    <a:pt x="8930" y="10633"/>
                    <a:pt x="8930" y="11782"/>
                  </a:cubicBezTo>
                  <a:cubicBezTo>
                    <a:pt x="8930" y="12036"/>
                    <a:pt x="8975" y="12305"/>
                    <a:pt x="9065" y="12544"/>
                  </a:cubicBezTo>
                  <a:lnTo>
                    <a:pt x="7213" y="12544"/>
                  </a:lnTo>
                  <a:cubicBezTo>
                    <a:pt x="7064" y="12544"/>
                    <a:pt x="6945" y="12678"/>
                    <a:pt x="6945" y="12827"/>
                  </a:cubicBezTo>
                  <a:cubicBezTo>
                    <a:pt x="6945" y="12977"/>
                    <a:pt x="7064" y="13096"/>
                    <a:pt x="7213" y="13096"/>
                  </a:cubicBezTo>
                  <a:lnTo>
                    <a:pt x="9348" y="13096"/>
                  </a:lnTo>
                  <a:cubicBezTo>
                    <a:pt x="9766" y="13709"/>
                    <a:pt x="10483" y="14111"/>
                    <a:pt x="11275" y="14111"/>
                  </a:cubicBezTo>
                  <a:cubicBezTo>
                    <a:pt x="12574" y="14111"/>
                    <a:pt x="13619" y="13066"/>
                    <a:pt x="13619" y="11782"/>
                  </a:cubicBezTo>
                  <a:cubicBezTo>
                    <a:pt x="13619" y="10603"/>
                    <a:pt x="12753" y="9632"/>
                    <a:pt x="11618" y="9468"/>
                  </a:cubicBezTo>
                  <a:cubicBezTo>
                    <a:pt x="11259" y="8796"/>
                    <a:pt x="10543" y="8258"/>
                    <a:pt x="9706" y="8035"/>
                  </a:cubicBezTo>
                  <a:lnTo>
                    <a:pt x="9692" y="8035"/>
                  </a:lnTo>
                  <a:lnTo>
                    <a:pt x="7691" y="7557"/>
                  </a:lnTo>
                  <a:lnTo>
                    <a:pt x="7526" y="6721"/>
                  </a:lnTo>
                  <a:lnTo>
                    <a:pt x="7482" y="6496"/>
                  </a:lnTo>
                  <a:cubicBezTo>
                    <a:pt x="7572" y="6422"/>
                    <a:pt x="7661" y="6347"/>
                    <a:pt x="7751" y="6257"/>
                  </a:cubicBezTo>
                  <a:cubicBezTo>
                    <a:pt x="8243" y="5749"/>
                    <a:pt x="8512" y="5108"/>
                    <a:pt x="8512" y="4405"/>
                  </a:cubicBezTo>
                  <a:lnTo>
                    <a:pt x="8512" y="3704"/>
                  </a:lnTo>
                  <a:cubicBezTo>
                    <a:pt x="8631" y="3674"/>
                    <a:pt x="8721" y="3555"/>
                    <a:pt x="8721" y="3435"/>
                  </a:cubicBezTo>
                  <a:lnTo>
                    <a:pt x="8721" y="2211"/>
                  </a:lnTo>
                  <a:cubicBezTo>
                    <a:pt x="8721" y="1568"/>
                    <a:pt x="8229" y="1031"/>
                    <a:pt x="7602" y="971"/>
                  </a:cubicBezTo>
                  <a:cubicBezTo>
                    <a:pt x="7482" y="419"/>
                    <a:pt x="6989" y="1"/>
                    <a:pt x="6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g3a5ae13508d_0_33"/>
            <p:cNvSpPr/>
            <p:nvPr/>
          </p:nvSpPr>
          <p:spPr>
            <a:xfrm>
              <a:off x="4899301" y="2184512"/>
              <a:ext cx="25075" cy="32340"/>
            </a:xfrm>
            <a:custGeom>
              <a:rect b="b" l="l" r="r" t="t"/>
              <a:pathLst>
                <a:path extrusionOk="0" h="1291" w="1001">
                  <a:moveTo>
                    <a:pt x="520" y="1"/>
                  </a:moveTo>
                  <a:cubicBezTo>
                    <a:pt x="406" y="1"/>
                    <a:pt x="303" y="68"/>
                    <a:pt x="269" y="171"/>
                  </a:cubicBezTo>
                  <a:lnTo>
                    <a:pt x="45" y="753"/>
                  </a:lnTo>
                  <a:cubicBezTo>
                    <a:pt x="0" y="872"/>
                    <a:pt x="15" y="1007"/>
                    <a:pt x="90" y="1111"/>
                  </a:cubicBezTo>
                  <a:cubicBezTo>
                    <a:pt x="164" y="1216"/>
                    <a:pt x="284" y="1290"/>
                    <a:pt x="419" y="1290"/>
                  </a:cubicBezTo>
                  <a:lnTo>
                    <a:pt x="732" y="1290"/>
                  </a:lnTo>
                  <a:cubicBezTo>
                    <a:pt x="881" y="1290"/>
                    <a:pt x="1000" y="1157"/>
                    <a:pt x="1000" y="1007"/>
                  </a:cubicBezTo>
                  <a:cubicBezTo>
                    <a:pt x="1000" y="858"/>
                    <a:pt x="881" y="738"/>
                    <a:pt x="732" y="738"/>
                  </a:cubicBezTo>
                  <a:lnTo>
                    <a:pt x="642" y="738"/>
                  </a:lnTo>
                  <a:lnTo>
                    <a:pt x="777" y="365"/>
                  </a:lnTo>
                  <a:cubicBezTo>
                    <a:pt x="837" y="231"/>
                    <a:pt x="761" y="66"/>
                    <a:pt x="628" y="22"/>
                  </a:cubicBezTo>
                  <a:cubicBezTo>
                    <a:pt x="592" y="7"/>
                    <a:pt x="555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g3a5ae13508d_0_33"/>
            <p:cNvSpPr/>
            <p:nvPr/>
          </p:nvSpPr>
          <p:spPr>
            <a:xfrm>
              <a:off x="5018239" y="2356731"/>
              <a:ext cx="55386" cy="55386"/>
            </a:xfrm>
            <a:custGeom>
              <a:rect b="b" l="l" r="r" t="t"/>
              <a:pathLst>
                <a:path extrusionOk="0" h="2211" w="2211">
                  <a:moveTo>
                    <a:pt x="1106" y="0"/>
                  </a:moveTo>
                  <a:cubicBezTo>
                    <a:pt x="957" y="0"/>
                    <a:pt x="837" y="119"/>
                    <a:pt x="837" y="269"/>
                  </a:cubicBezTo>
                  <a:lnTo>
                    <a:pt x="837" y="836"/>
                  </a:lnTo>
                  <a:lnTo>
                    <a:pt x="270" y="836"/>
                  </a:lnTo>
                  <a:cubicBezTo>
                    <a:pt x="120" y="836"/>
                    <a:pt x="1" y="956"/>
                    <a:pt x="1" y="1105"/>
                  </a:cubicBezTo>
                  <a:cubicBezTo>
                    <a:pt x="1" y="1254"/>
                    <a:pt x="120" y="1389"/>
                    <a:pt x="270" y="1389"/>
                  </a:cubicBezTo>
                  <a:lnTo>
                    <a:pt x="837" y="1389"/>
                  </a:lnTo>
                  <a:lnTo>
                    <a:pt x="837" y="1941"/>
                  </a:lnTo>
                  <a:cubicBezTo>
                    <a:pt x="837" y="2091"/>
                    <a:pt x="957" y="2210"/>
                    <a:pt x="1106" y="2210"/>
                  </a:cubicBezTo>
                  <a:cubicBezTo>
                    <a:pt x="1255" y="2210"/>
                    <a:pt x="1389" y="2091"/>
                    <a:pt x="1389" y="1941"/>
                  </a:cubicBezTo>
                  <a:lnTo>
                    <a:pt x="1389" y="1389"/>
                  </a:lnTo>
                  <a:lnTo>
                    <a:pt x="1942" y="1389"/>
                  </a:lnTo>
                  <a:cubicBezTo>
                    <a:pt x="2092" y="1389"/>
                    <a:pt x="2211" y="1254"/>
                    <a:pt x="2211" y="1105"/>
                  </a:cubicBezTo>
                  <a:cubicBezTo>
                    <a:pt x="2211" y="956"/>
                    <a:pt x="2092" y="836"/>
                    <a:pt x="1942" y="836"/>
                  </a:cubicBezTo>
                  <a:lnTo>
                    <a:pt x="1389" y="836"/>
                  </a:lnTo>
                  <a:lnTo>
                    <a:pt x="1389" y="269"/>
                  </a:lnTo>
                  <a:cubicBezTo>
                    <a:pt x="1389" y="119"/>
                    <a:pt x="125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g3a5ae13508d_0_33"/>
            <p:cNvSpPr/>
            <p:nvPr/>
          </p:nvSpPr>
          <p:spPr>
            <a:xfrm>
              <a:off x="4907142" y="2403624"/>
              <a:ext cx="14629" cy="13903"/>
            </a:xfrm>
            <a:custGeom>
              <a:rect b="b" l="l" r="r" t="t"/>
              <a:pathLst>
                <a:path extrusionOk="0" h="555" w="584">
                  <a:moveTo>
                    <a:pt x="275" y="0"/>
                  </a:moveTo>
                  <a:cubicBezTo>
                    <a:pt x="253" y="0"/>
                    <a:pt x="231" y="3"/>
                    <a:pt x="209" y="9"/>
                  </a:cubicBezTo>
                  <a:cubicBezTo>
                    <a:pt x="90" y="39"/>
                    <a:pt x="0" y="144"/>
                    <a:pt x="0" y="264"/>
                  </a:cubicBezTo>
                  <a:cubicBezTo>
                    <a:pt x="0" y="437"/>
                    <a:pt x="140" y="555"/>
                    <a:pt x="286" y="555"/>
                  </a:cubicBezTo>
                  <a:cubicBezTo>
                    <a:pt x="353" y="555"/>
                    <a:pt x="422" y="530"/>
                    <a:pt x="478" y="473"/>
                  </a:cubicBezTo>
                  <a:cubicBezTo>
                    <a:pt x="568" y="368"/>
                    <a:pt x="583" y="234"/>
                    <a:pt x="508" y="129"/>
                  </a:cubicBezTo>
                  <a:cubicBezTo>
                    <a:pt x="449" y="46"/>
                    <a:pt x="361" y="0"/>
                    <a:pt x="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g3a5ae13508d_0_33"/>
          <p:cNvGrpSpPr/>
          <p:nvPr/>
        </p:nvGrpSpPr>
        <p:grpSpPr>
          <a:xfrm>
            <a:off x="2251554" y="4022492"/>
            <a:ext cx="455383" cy="412016"/>
            <a:chOff x="7021312" y="1523317"/>
            <a:chExt cx="353531" cy="319863"/>
          </a:xfrm>
        </p:grpSpPr>
        <p:sp>
          <p:nvSpPr>
            <p:cNvPr id="479" name="Google Shape;479;g3a5ae13508d_0_33"/>
            <p:cNvSpPr/>
            <p:nvPr/>
          </p:nvSpPr>
          <p:spPr>
            <a:xfrm>
              <a:off x="7021312" y="1523317"/>
              <a:ext cx="353531" cy="319863"/>
            </a:xfrm>
            <a:custGeom>
              <a:rect b="b" l="l" r="r" t="t"/>
              <a:pathLst>
                <a:path extrusionOk="0" h="12769" w="14113">
                  <a:moveTo>
                    <a:pt x="2360" y="11335"/>
                  </a:moveTo>
                  <a:cubicBezTo>
                    <a:pt x="2599" y="11335"/>
                    <a:pt x="2808" y="11544"/>
                    <a:pt x="2808" y="11783"/>
                  </a:cubicBezTo>
                  <a:cubicBezTo>
                    <a:pt x="2808" y="12022"/>
                    <a:pt x="2599" y="12215"/>
                    <a:pt x="2360" y="12215"/>
                  </a:cubicBezTo>
                  <a:cubicBezTo>
                    <a:pt x="2121" y="12215"/>
                    <a:pt x="1928" y="12022"/>
                    <a:pt x="1928" y="11783"/>
                  </a:cubicBezTo>
                  <a:cubicBezTo>
                    <a:pt x="1928" y="11544"/>
                    <a:pt x="2121" y="11335"/>
                    <a:pt x="2360" y="11335"/>
                  </a:cubicBezTo>
                  <a:close/>
                  <a:moveTo>
                    <a:pt x="7049" y="11335"/>
                  </a:moveTo>
                  <a:cubicBezTo>
                    <a:pt x="7288" y="11335"/>
                    <a:pt x="7497" y="11544"/>
                    <a:pt x="7497" y="11783"/>
                  </a:cubicBezTo>
                  <a:cubicBezTo>
                    <a:pt x="7497" y="12022"/>
                    <a:pt x="7288" y="12215"/>
                    <a:pt x="7049" y="12215"/>
                  </a:cubicBezTo>
                  <a:cubicBezTo>
                    <a:pt x="6810" y="12215"/>
                    <a:pt x="6616" y="12022"/>
                    <a:pt x="6616" y="11783"/>
                  </a:cubicBezTo>
                  <a:cubicBezTo>
                    <a:pt x="6616" y="11544"/>
                    <a:pt x="6810" y="11335"/>
                    <a:pt x="7049" y="11335"/>
                  </a:cubicBezTo>
                  <a:close/>
                  <a:moveTo>
                    <a:pt x="11558" y="11335"/>
                  </a:moveTo>
                  <a:cubicBezTo>
                    <a:pt x="11797" y="11335"/>
                    <a:pt x="11992" y="11544"/>
                    <a:pt x="11992" y="11783"/>
                  </a:cubicBezTo>
                  <a:cubicBezTo>
                    <a:pt x="11992" y="12022"/>
                    <a:pt x="11797" y="12215"/>
                    <a:pt x="11558" y="12215"/>
                  </a:cubicBezTo>
                  <a:cubicBezTo>
                    <a:pt x="11305" y="12215"/>
                    <a:pt x="11110" y="12022"/>
                    <a:pt x="11110" y="11783"/>
                  </a:cubicBezTo>
                  <a:cubicBezTo>
                    <a:pt x="11110" y="11544"/>
                    <a:pt x="11305" y="11335"/>
                    <a:pt x="11558" y="11335"/>
                  </a:cubicBezTo>
                  <a:close/>
                  <a:moveTo>
                    <a:pt x="6616" y="1"/>
                  </a:moveTo>
                  <a:cubicBezTo>
                    <a:pt x="5571" y="1"/>
                    <a:pt x="4570" y="389"/>
                    <a:pt x="3779" y="1091"/>
                  </a:cubicBezTo>
                  <a:cubicBezTo>
                    <a:pt x="3077" y="1733"/>
                    <a:pt x="2614" y="2585"/>
                    <a:pt x="2450" y="3510"/>
                  </a:cubicBezTo>
                  <a:cubicBezTo>
                    <a:pt x="1091" y="3525"/>
                    <a:pt x="1" y="4630"/>
                    <a:pt x="1" y="5989"/>
                  </a:cubicBezTo>
                  <a:cubicBezTo>
                    <a:pt x="1" y="7347"/>
                    <a:pt x="1106" y="8452"/>
                    <a:pt x="2465" y="8452"/>
                  </a:cubicBezTo>
                  <a:lnTo>
                    <a:pt x="3481" y="8452"/>
                  </a:lnTo>
                  <a:cubicBezTo>
                    <a:pt x="3644" y="8452"/>
                    <a:pt x="3764" y="8333"/>
                    <a:pt x="3764" y="8184"/>
                  </a:cubicBezTo>
                  <a:cubicBezTo>
                    <a:pt x="3764" y="8034"/>
                    <a:pt x="3644" y="7901"/>
                    <a:pt x="3481" y="7901"/>
                  </a:cubicBezTo>
                  <a:lnTo>
                    <a:pt x="2465" y="7901"/>
                  </a:lnTo>
                  <a:cubicBezTo>
                    <a:pt x="1404" y="7901"/>
                    <a:pt x="554" y="7049"/>
                    <a:pt x="554" y="5989"/>
                  </a:cubicBezTo>
                  <a:cubicBezTo>
                    <a:pt x="554" y="4928"/>
                    <a:pt x="1404" y="4062"/>
                    <a:pt x="2465" y="4062"/>
                  </a:cubicBezTo>
                  <a:cubicBezTo>
                    <a:pt x="2539" y="4062"/>
                    <a:pt x="2599" y="4062"/>
                    <a:pt x="2659" y="4078"/>
                  </a:cubicBezTo>
                  <a:cubicBezTo>
                    <a:pt x="2667" y="4079"/>
                    <a:pt x="2675" y="4079"/>
                    <a:pt x="2683" y="4079"/>
                  </a:cubicBezTo>
                  <a:cubicBezTo>
                    <a:pt x="2822" y="4079"/>
                    <a:pt x="2944" y="3965"/>
                    <a:pt x="2957" y="3823"/>
                  </a:cubicBezTo>
                  <a:cubicBezTo>
                    <a:pt x="3062" y="2927"/>
                    <a:pt x="3481" y="2107"/>
                    <a:pt x="4152" y="1494"/>
                  </a:cubicBezTo>
                  <a:cubicBezTo>
                    <a:pt x="4824" y="882"/>
                    <a:pt x="5705" y="554"/>
                    <a:pt x="6616" y="554"/>
                  </a:cubicBezTo>
                  <a:cubicBezTo>
                    <a:pt x="7318" y="554"/>
                    <a:pt x="7990" y="747"/>
                    <a:pt x="8572" y="1121"/>
                  </a:cubicBezTo>
                  <a:cubicBezTo>
                    <a:pt x="9139" y="1480"/>
                    <a:pt x="9603" y="1987"/>
                    <a:pt x="9902" y="2585"/>
                  </a:cubicBezTo>
                  <a:cubicBezTo>
                    <a:pt x="9948" y="2677"/>
                    <a:pt x="10038" y="2734"/>
                    <a:pt x="10139" y="2734"/>
                  </a:cubicBezTo>
                  <a:cubicBezTo>
                    <a:pt x="10169" y="2734"/>
                    <a:pt x="10199" y="2729"/>
                    <a:pt x="10230" y="2718"/>
                  </a:cubicBezTo>
                  <a:cubicBezTo>
                    <a:pt x="10453" y="2659"/>
                    <a:pt x="10692" y="2629"/>
                    <a:pt x="10917" y="2629"/>
                  </a:cubicBezTo>
                  <a:cubicBezTo>
                    <a:pt x="11588" y="2629"/>
                    <a:pt x="12275" y="2913"/>
                    <a:pt x="12769" y="3421"/>
                  </a:cubicBezTo>
                  <a:cubicBezTo>
                    <a:pt x="13276" y="3913"/>
                    <a:pt x="13559" y="4600"/>
                    <a:pt x="13559" y="5272"/>
                  </a:cubicBezTo>
                  <a:cubicBezTo>
                    <a:pt x="13559" y="6706"/>
                    <a:pt x="12350" y="7901"/>
                    <a:pt x="10917" y="7901"/>
                  </a:cubicBezTo>
                  <a:lnTo>
                    <a:pt x="5914" y="7901"/>
                  </a:lnTo>
                  <a:cubicBezTo>
                    <a:pt x="5750" y="7901"/>
                    <a:pt x="5631" y="8034"/>
                    <a:pt x="5631" y="8184"/>
                  </a:cubicBezTo>
                  <a:cubicBezTo>
                    <a:pt x="5631" y="8333"/>
                    <a:pt x="5750" y="8452"/>
                    <a:pt x="5914" y="8452"/>
                  </a:cubicBezTo>
                  <a:lnTo>
                    <a:pt x="6780" y="8452"/>
                  </a:lnTo>
                  <a:lnTo>
                    <a:pt x="6780" y="9394"/>
                  </a:lnTo>
                  <a:lnTo>
                    <a:pt x="2957" y="9394"/>
                  </a:lnTo>
                  <a:cubicBezTo>
                    <a:pt x="2480" y="9394"/>
                    <a:pt x="2091" y="9782"/>
                    <a:pt x="2091" y="10274"/>
                  </a:cubicBezTo>
                  <a:lnTo>
                    <a:pt x="2091" y="10827"/>
                  </a:lnTo>
                  <a:cubicBezTo>
                    <a:pt x="1673" y="10947"/>
                    <a:pt x="1375" y="11335"/>
                    <a:pt x="1375" y="11783"/>
                  </a:cubicBezTo>
                  <a:cubicBezTo>
                    <a:pt x="1375" y="12321"/>
                    <a:pt x="1822" y="12769"/>
                    <a:pt x="2360" y="12769"/>
                  </a:cubicBezTo>
                  <a:cubicBezTo>
                    <a:pt x="2913" y="12769"/>
                    <a:pt x="3361" y="12321"/>
                    <a:pt x="3361" y="11783"/>
                  </a:cubicBezTo>
                  <a:cubicBezTo>
                    <a:pt x="3361" y="11335"/>
                    <a:pt x="3047" y="10947"/>
                    <a:pt x="2644" y="10827"/>
                  </a:cubicBezTo>
                  <a:lnTo>
                    <a:pt x="2644" y="10274"/>
                  </a:lnTo>
                  <a:cubicBezTo>
                    <a:pt x="2644" y="10095"/>
                    <a:pt x="2778" y="9946"/>
                    <a:pt x="2957" y="9946"/>
                  </a:cubicBezTo>
                  <a:lnTo>
                    <a:pt x="6780" y="9946"/>
                  </a:lnTo>
                  <a:lnTo>
                    <a:pt x="6780" y="10827"/>
                  </a:lnTo>
                  <a:cubicBezTo>
                    <a:pt x="6362" y="10947"/>
                    <a:pt x="6063" y="11335"/>
                    <a:pt x="6063" y="11783"/>
                  </a:cubicBezTo>
                  <a:cubicBezTo>
                    <a:pt x="6063" y="12321"/>
                    <a:pt x="6511" y="12769"/>
                    <a:pt x="7049" y="12769"/>
                  </a:cubicBezTo>
                  <a:cubicBezTo>
                    <a:pt x="7602" y="12769"/>
                    <a:pt x="8050" y="12321"/>
                    <a:pt x="8050" y="11783"/>
                  </a:cubicBezTo>
                  <a:cubicBezTo>
                    <a:pt x="8050" y="11335"/>
                    <a:pt x="7736" y="10947"/>
                    <a:pt x="7333" y="10827"/>
                  </a:cubicBezTo>
                  <a:lnTo>
                    <a:pt x="7333" y="9946"/>
                  </a:lnTo>
                  <a:lnTo>
                    <a:pt x="10947" y="9946"/>
                  </a:lnTo>
                  <a:cubicBezTo>
                    <a:pt x="11126" y="9946"/>
                    <a:pt x="11275" y="10095"/>
                    <a:pt x="11275" y="10274"/>
                  </a:cubicBezTo>
                  <a:lnTo>
                    <a:pt x="11275" y="10827"/>
                  </a:lnTo>
                  <a:cubicBezTo>
                    <a:pt x="10857" y="10947"/>
                    <a:pt x="10559" y="11335"/>
                    <a:pt x="10559" y="11783"/>
                  </a:cubicBezTo>
                  <a:cubicBezTo>
                    <a:pt x="10559" y="12321"/>
                    <a:pt x="11007" y="12769"/>
                    <a:pt x="11558" y="12769"/>
                  </a:cubicBezTo>
                  <a:cubicBezTo>
                    <a:pt x="12096" y="12769"/>
                    <a:pt x="12544" y="12321"/>
                    <a:pt x="12544" y="11783"/>
                  </a:cubicBezTo>
                  <a:cubicBezTo>
                    <a:pt x="12544" y="11335"/>
                    <a:pt x="12245" y="10947"/>
                    <a:pt x="11827" y="10827"/>
                  </a:cubicBezTo>
                  <a:lnTo>
                    <a:pt x="11827" y="10274"/>
                  </a:lnTo>
                  <a:cubicBezTo>
                    <a:pt x="11827" y="9782"/>
                    <a:pt x="11439" y="9394"/>
                    <a:pt x="10947" y="9394"/>
                  </a:cubicBezTo>
                  <a:lnTo>
                    <a:pt x="7333" y="9394"/>
                  </a:lnTo>
                  <a:lnTo>
                    <a:pt x="7333" y="8452"/>
                  </a:lnTo>
                  <a:lnTo>
                    <a:pt x="10917" y="8452"/>
                  </a:lnTo>
                  <a:cubicBezTo>
                    <a:pt x="12649" y="8452"/>
                    <a:pt x="14112" y="7005"/>
                    <a:pt x="14112" y="5272"/>
                  </a:cubicBezTo>
                  <a:cubicBezTo>
                    <a:pt x="14112" y="4451"/>
                    <a:pt x="13768" y="3630"/>
                    <a:pt x="13157" y="3033"/>
                  </a:cubicBezTo>
                  <a:cubicBezTo>
                    <a:pt x="12560" y="2420"/>
                    <a:pt x="11738" y="2077"/>
                    <a:pt x="10917" y="2077"/>
                  </a:cubicBezTo>
                  <a:cubicBezTo>
                    <a:pt x="10708" y="2077"/>
                    <a:pt x="10499" y="2107"/>
                    <a:pt x="10304" y="2137"/>
                  </a:cubicBezTo>
                  <a:cubicBezTo>
                    <a:pt x="9946" y="1539"/>
                    <a:pt x="9468" y="1016"/>
                    <a:pt x="8871" y="643"/>
                  </a:cubicBezTo>
                  <a:cubicBezTo>
                    <a:pt x="8199" y="225"/>
                    <a:pt x="7423" y="1"/>
                    <a:pt x="6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g3a5ae13508d_0_33"/>
            <p:cNvSpPr/>
            <p:nvPr/>
          </p:nvSpPr>
          <p:spPr>
            <a:xfrm>
              <a:off x="7129428" y="1568958"/>
              <a:ext cx="136948" cy="136998"/>
            </a:xfrm>
            <a:custGeom>
              <a:rect b="b" l="l" r="r" t="t"/>
              <a:pathLst>
                <a:path extrusionOk="0" h="5469" w="5467">
                  <a:moveTo>
                    <a:pt x="3270" y="613"/>
                  </a:moveTo>
                  <a:cubicBezTo>
                    <a:pt x="3689" y="717"/>
                    <a:pt x="4077" y="956"/>
                    <a:pt x="4361" y="1270"/>
                  </a:cubicBezTo>
                  <a:lnTo>
                    <a:pt x="3644" y="2001"/>
                  </a:lnTo>
                  <a:cubicBezTo>
                    <a:pt x="3614" y="2031"/>
                    <a:pt x="3585" y="2031"/>
                    <a:pt x="3555" y="2031"/>
                  </a:cubicBezTo>
                  <a:lnTo>
                    <a:pt x="3390" y="2031"/>
                  </a:lnTo>
                  <a:cubicBezTo>
                    <a:pt x="3211" y="2031"/>
                    <a:pt x="3031" y="2107"/>
                    <a:pt x="2912" y="2240"/>
                  </a:cubicBezTo>
                  <a:lnTo>
                    <a:pt x="2719" y="2420"/>
                  </a:lnTo>
                  <a:cubicBezTo>
                    <a:pt x="2689" y="2449"/>
                    <a:pt x="2659" y="2465"/>
                    <a:pt x="2629" y="2465"/>
                  </a:cubicBezTo>
                  <a:lnTo>
                    <a:pt x="2404" y="2465"/>
                  </a:lnTo>
                  <a:lnTo>
                    <a:pt x="2404" y="1733"/>
                  </a:lnTo>
                  <a:cubicBezTo>
                    <a:pt x="2404" y="1703"/>
                    <a:pt x="2420" y="1673"/>
                    <a:pt x="2450" y="1643"/>
                  </a:cubicBezTo>
                  <a:lnTo>
                    <a:pt x="3077" y="1016"/>
                  </a:lnTo>
                  <a:cubicBezTo>
                    <a:pt x="3181" y="912"/>
                    <a:pt x="3256" y="763"/>
                    <a:pt x="3270" y="613"/>
                  </a:cubicBezTo>
                  <a:close/>
                  <a:moveTo>
                    <a:pt x="2719" y="554"/>
                  </a:moveTo>
                  <a:cubicBezTo>
                    <a:pt x="2719" y="583"/>
                    <a:pt x="2703" y="613"/>
                    <a:pt x="2689" y="628"/>
                  </a:cubicBezTo>
                  <a:lnTo>
                    <a:pt x="2061" y="1255"/>
                  </a:lnTo>
                  <a:cubicBezTo>
                    <a:pt x="1926" y="1390"/>
                    <a:pt x="1852" y="1553"/>
                    <a:pt x="1852" y="1733"/>
                  </a:cubicBezTo>
                  <a:lnTo>
                    <a:pt x="1852" y="2509"/>
                  </a:lnTo>
                  <a:cubicBezTo>
                    <a:pt x="1852" y="2793"/>
                    <a:pt x="2076" y="3017"/>
                    <a:pt x="2360" y="3017"/>
                  </a:cubicBezTo>
                  <a:lnTo>
                    <a:pt x="2629" y="3017"/>
                  </a:lnTo>
                  <a:cubicBezTo>
                    <a:pt x="2808" y="3017"/>
                    <a:pt x="2987" y="2943"/>
                    <a:pt x="3107" y="2808"/>
                  </a:cubicBezTo>
                  <a:lnTo>
                    <a:pt x="3300" y="2629"/>
                  </a:lnTo>
                  <a:cubicBezTo>
                    <a:pt x="3316" y="2599"/>
                    <a:pt x="3346" y="2584"/>
                    <a:pt x="3390" y="2584"/>
                  </a:cubicBezTo>
                  <a:lnTo>
                    <a:pt x="3555" y="2584"/>
                  </a:lnTo>
                  <a:cubicBezTo>
                    <a:pt x="3734" y="2584"/>
                    <a:pt x="3898" y="2525"/>
                    <a:pt x="4033" y="2390"/>
                  </a:cubicBezTo>
                  <a:lnTo>
                    <a:pt x="4690" y="1733"/>
                  </a:lnTo>
                  <a:cubicBezTo>
                    <a:pt x="4839" y="2047"/>
                    <a:pt x="4913" y="2375"/>
                    <a:pt x="4913" y="2734"/>
                  </a:cubicBezTo>
                  <a:cubicBezTo>
                    <a:pt x="4913" y="3554"/>
                    <a:pt x="4465" y="4287"/>
                    <a:pt x="3748" y="4659"/>
                  </a:cubicBezTo>
                  <a:cubicBezTo>
                    <a:pt x="3734" y="4526"/>
                    <a:pt x="3674" y="4391"/>
                    <a:pt x="3569" y="4287"/>
                  </a:cubicBezTo>
                  <a:lnTo>
                    <a:pt x="2987" y="3749"/>
                  </a:lnTo>
                  <a:cubicBezTo>
                    <a:pt x="2868" y="3630"/>
                    <a:pt x="2707" y="3570"/>
                    <a:pt x="2546" y="3570"/>
                  </a:cubicBezTo>
                  <a:cubicBezTo>
                    <a:pt x="2386" y="3570"/>
                    <a:pt x="2225" y="3630"/>
                    <a:pt x="2106" y="3749"/>
                  </a:cubicBezTo>
                  <a:lnTo>
                    <a:pt x="1942" y="3928"/>
                  </a:lnTo>
                  <a:cubicBezTo>
                    <a:pt x="1926" y="3943"/>
                    <a:pt x="1897" y="3943"/>
                    <a:pt x="1882" y="3943"/>
                  </a:cubicBezTo>
                  <a:lnTo>
                    <a:pt x="927" y="3943"/>
                  </a:lnTo>
                  <a:cubicBezTo>
                    <a:pt x="688" y="3584"/>
                    <a:pt x="553" y="3166"/>
                    <a:pt x="553" y="2734"/>
                  </a:cubicBezTo>
                  <a:cubicBezTo>
                    <a:pt x="553" y="1539"/>
                    <a:pt x="1524" y="554"/>
                    <a:pt x="2719" y="554"/>
                  </a:cubicBezTo>
                  <a:close/>
                  <a:moveTo>
                    <a:pt x="2548" y="4115"/>
                  </a:moveTo>
                  <a:cubicBezTo>
                    <a:pt x="2569" y="4115"/>
                    <a:pt x="2591" y="4122"/>
                    <a:pt x="2613" y="4137"/>
                  </a:cubicBezTo>
                  <a:lnTo>
                    <a:pt x="3181" y="4689"/>
                  </a:lnTo>
                  <a:cubicBezTo>
                    <a:pt x="3196" y="4705"/>
                    <a:pt x="3211" y="4735"/>
                    <a:pt x="3211" y="4749"/>
                  </a:cubicBezTo>
                  <a:lnTo>
                    <a:pt x="3211" y="4868"/>
                  </a:lnTo>
                  <a:cubicBezTo>
                    <a:pt x="3061" y="4902"/>
                    <a:pt x="2907" y="4919"/>
                    <a:pt x="2751" y="4919"/>
                  </a:cubicBezTo>
                  <a:cubicBezTo>
                    <a:pt x="2427" y="4919"/>
                    <a:pt x="2100" y="4846"/>
                    <a:pt x="1807" y="4705"/>
                  </a:cubicBezTo>
                  <a:cubicBezTo>
                    <a:pt x="1673" y="4645"/>
                    <a:pt x="1568" y="4570"/>
                    <a:pt x="1449" y="4496"/>
                  </a:cubicBezTo>
                  <a:lnTo>
                    <a:pt x="1882" y="4496"/>
                  </a:lnTo>
                  <a:cubicBezTo>
                    <a:pt x="2046" y="4496"/>
                    <a:pt x="2211" y="4436"/>
                    <a:pt x="2330" y="4317"/>
                  </a:cubicBezTo>
                  <a:lnTo>
                    <a:pt x="2494" y="4137"/>
                  </a:lnTo>
                  <a:cubicBezTo>
                    <a:pt x="2509" y="4122"/>
                    <a:pt x="2528" y="4115"/>
                    <a:pt x="2548" y="4115"/>
                  </a:cubicBezTo>
                  <a:close/>
                  <a:moveTo>
                    <a:pt x="2733" y="1"/>
                  </a:moveTo>
                  <a:cubicBezTo>
                    <a:pt x="1225" y="1"/>
                    <a:pt x="1" y="1225"/>
                    <a:pt x="1" y="2734"/>
                  </a:cubicBezTo>
                  <a:cubicBezTo>
                    <a:pt x="1" y="3331"/>
                    <a:pt x="194" y="3913"/>
                    <a:pt x="568" y="4391"/>
                  </a:cubicBezTo>
                  <a:cubicBezTo>
                    <a:pt x="1046" y="5033"/>
                    <a:pt x="1777" y="5422"/>
                    <a:pt x="2584" y="5466"/>
                  </a:cubicBezTo>
                  <a:cubicBezTo>
                    <a:pt x="2625" y="5468"/>
                    <a:pt x="2668" y="5469"/>
                    <a:pt x="2710" y="5469"/>
                  </a:cubicBezTo>
                  <a:cubicBezTo>
                    <a:pt x="2999" y="5469"/>
                    <a:pt x="3296" y="5423"/>
                    <a:pt x="3569" y="5332"/>
                  </a:cubicBezTo>
                  <a:cubicBezTo>
                    <a:pt x="4704" y="4974"/>
                    <a:pt x="5466" y="3928"/>
                    <a:pt x="5466" y="2734"/>
                  </a:cubicBezTo>
                  <a:cubicBezTo>
                    <a:pt x="5466" y="2151"/>
                    <a:pt x="5301" y="1599"/>
                    <a:pt x="4958" y="1135"/>
                  </a:cubicBezTo>
                  <a:cubicBezTo>
                    <a:pt x="4451" y="434"/>
                    <a:pt x="3614" y="1"/>
                    <a:pt x="2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g3a5ae13508d_0_33"/>
            <p:cNvSpPr/>
            <p:nvPr/>
          </p:nvSpPr>
          <p:spPr>
            <a:xfrm>
              <a:off x="7130931" y="1721438"/>
              <a:ext cx="14980" cy="13677"/>
            </a:xfrm>
            <a:custGeom>
              <a:rect b="b" l="l" r="r" t="t"/>
              <a:pathLst>
                <a:path extrusionOk="0" h="546" w="598">
                  <a:moveTo>
                    <a:pt x="303" y="1"/>
                  </a:moveTo>
                  <a:cubicBezTo>
                    <a:pt x="242" y="1"/>
                    <a:pt x="182" y="20"/>
                    <a:pt x="134" y="51"/>
                  </a:cubicBezTo>
                  <a:cubicBezTo>
                    <a:pt x="45" y="125"/>
                    <a:pt x="1" y="260"/>
                    <a:pt x="45" y="380"/>
                  </a:cubicBezTo>
                  <a:cubicBezTo>
                    <a:pt x="86" y="475"/>
                    <a:pt x="176" y="545"/>
                    <a:pt x="282" y="545"/>
                  </a:cubicBezTo>
                  <a:cubicBezTo>
                    <a:pt x="293" y="545"/>
                    <a:pt x="303" y="545"/>
                    <a:pt x="314" y="543"/>
                  </a:cubicBezTo>
                  <a:cubicBezTo>
                    <a:pt x="433" y="543"/>
                    <a:pt x="523" y="469"/>
                    <a:pt x="568" y="364"/>
                  </a:cubicBezTo>
                  <a:cubicBezTo>
                    <a:pt x="598" y="245"/>
                    <a:pt x="552" y="111"/>
                    <a:pt x="463" y="51"/>
                  </a:cubicBezTo>
                  <a:cubicBezTo>
                    <a:pt x="414" y="16"/>
                    <a:pt x="358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g3a5ae13508d_0_33"/>
          <p:cNvGrpSpPr/>
          <p:nvPr/>
        </p:nvGrpSpPr>
        <p:grpSpPr>
          <a:xfrm>
            <a:off x="1510210" y="3992527"/>
            <a:ext cx="373099" cy="471932"/>
            <a:chOff x="7068080" y="3741119"/>
            <a:chExt cx="279433" cy="353481"/>
          </a:xfrm>
        </p:grpSpPr>
        <p:sp>
          <p:nvSpPr>
            <p:cNvPr id="483" name="Google Shape;483;g3a5ae13508d_0_33"/>
            <p:cNvSpPr/>
            <p:nvPr/>
          </p:nvSpPr>
          <p:spPr>
            <a:xfrm>
              <a:off x="7068080" y="3741119"/>
              <a:ext cx="279433" cy="353481"/>
            </a:xfrm>
            <a:custGeom>
              <a:rect b="b" l="l" r="r" t="t"/>
              <a:pathLst>
                <a:path extrusionOk="0" h="14111" w="11155">
                  <a:moveTo>
                    <a:pt x="5331" y="552"/>
                  </a:moveTo>
                  <a:cubicBezTo>
                    <a:pt x="6078" y="552"/>
                    <a:pt x="6750" y="970"/>
                    <a:pt x="7079" y="1627"/>
                  </a:cubicBezTo>
                  <a:cubicBezTo>
                    <a:pt x="7128" y="1726"/>
                    <a:pt x="7229" y="1784"/>
                    <a:pt x="7330" y="1784"/>
                  </a:cubicBezTo>
                  <a:cubicBezTo>
                    <a:pt x="7350" y="1784"/>
                    <a:pt x="7371" y="1782"/>
                    <a:pt x="7392" y="1777"/>
                  </a:cubicBezTo>
                  <a:cubicBezTo>
                    <a:pt x="7511" y="1747"/>
                    <a:pt x="7631" y="1732"/>
                    <a:pt x="7750" y="1732"/>
                  </a:cubicBezTo>
                  <a:cubicBezTo>
                    <a:pt x="8483" y="1732"/>
                    <a:pt x="9124" y="2374"/>
                    <a:pt x="9124" y="3091"/>
                  </a:cubicBezTo>
                  <a:cubicBezTo>
                    <a:pt x="9124" y="3837"/>
                    <a:pt x="8497" y="4464"/>
                    <a:pt x="7750" y="4464"/>
                  </a:cubicBezTo>
                  <a:lnTo>
                    <a:pt x="6257" y="4464"/>
                  </a:lnTo>
                  <a:lnTo>
                    <a:pt x="6243" y="4450"/>
                  </a:lnTo>
                  <a:lnTo>
                    <a:pt x="6422" y="4301"/>
                  </a:lnTo>
                  <a:cubicBezTo>
                    <a:pt x="6482" y="4241"/>
                    <a:pt x="6526" y="4166"/>
                    <a:pt x="6526" y="4092"/>
                  </a:cubicBezTo>
                  <a:lnTo>
                    <a:pt x="6526" y="3718"/>
                  </a:lnTo>
                  <a:cubicBezTo>
                    <a:pt x="6526" y="3644"/>
                    <a:pt x="6496" y="3584"/>
                    <a:pt x="6452" y="3524"/>
                  </a:cubicBezTo>
                  <a:lnTo>
                    <a:pt x="5958" y="3001"/>
                  </a:lnTo>
                  <a:lnTo>
                    <a:pt x="5690" y="2718"/>
                  </a:lnTo>
                  <a:cubicBezTo>
                    <a:pt x="5645" y="2658"/>
                    <a:pt x="5570" y="2628"/>
                    <a:pt x="5496" y="2628"/>
                  </a:cubicBezTo>
                  <a:cubicBezTo>
                    <a:pt x="5421" y="2628"/>
                    <a:pt x="5347" y="2658"/>
                    <a:pt x="5287" y="2718"/>
                  </a:cubicBezTo>
                  <a:lnTo>
                    <a:pt x="4540" y="3509"/>
                  </a:lnTo>
                  <a:lnTo>
                    <a:pt x="4525" y="3509"/>
                  </a:lnTo>
                  <a:cubicBezTo>
                    <a:pt x="4481" y="3568"/>
                    <a:pt x="4451" y="3628"/>
                    <a:pt x="4451" y="3703"/>
                  </a:cubicBezTo>
                  <a:lnTo>
                    <a:pt x="4451" y="4464"/>
                  </a:lnTo>
                  <a:lnTo>
                    <a:pt x="2987" y="4464"/>
                  </a:lnTo>
                  <a:cubicBezTo>
                    <a:pt x="2450" y="4464"/>
                    <a:pt x="2016" y="4032"/>
                    <a:pt x="2016" y="3509"/>
                  </a:cubicBezTo>
                  <a:cubicBezTo>
                    <a:pt x="2016" y="2971"/>
                    <a:pt x="2450" y="2539"/>
                    <a:pt x="2987" y="2539"/>
                  </a:cubicBezTo>
                  <a:lnTo>
                    <a:pt x="3077" y="2539"/>
                  </a:lnTo>
                  <a:cubicBezTo>
                    <a:pt x="3087" y="2540"/>
                    <a:pt x="3097" y="2540"/>
                    <a:pt x="3107" y="2540"/>
                  </a:cubicBezTo>
                  <a:cubicBezTo>
                    <a:pt x="3257" y="2540"/>
                    <a:pt x="3376" y="2440"/>
                    <a:pt x="3390" y="2300"/>
                  </a:cubicBezTo>
                  <a:cubicBezTo>
                    <a:pt x="3495" y="1299"/>
                    <a:pt x="4331" y="552"/>
                    <a:pt x="5331" y="552"/>
                  </a:cubicBezTo>
                  <a:close/>
                  <a:moveTo>
                    <a:pt x="5496" y="3300"/>
                  </a:moveTo>
                  <a:lnTo>
                    <a:pt x="5974" y="3823"/>
                  </a:lnTo>
                  <a:lnTo>
                    <a:pt x="5974" y="3957"/>
                  </a:lnTo>
                  <a:lnTo>
                    <a:pt x="5675" y="4211"/>
                  </a:lnTo>
                  <a:cubicBezTo>
                    <a:pt x="5556" y="4315"/>
                    <a:pt x="5540" y="4494"/>
                    <a:pt x="5645" y="4599"/>
                  </a:cubicBezTo>
                  <a:lnTo>
                    <a:pt x="5928" y="4912"/>
                  </a:lnTo>
                  <a:lnTo>
                    <a:pt x="5928" y="5197"/>
                  </a:lnTo>
                  <a:lnTo>
                    <a:pt x="5660" y="5450"/>
                  </a:lnTo>
                  <a:cubicBezTo>
                    <a:pt x="5540" y="5555"/>
                    <a:pt x="5556" y="5734"/>
                    <a:pt x="5660" y="5838"/>
                  </a:cubicBezTo>
                  <a:lnTo>
                    <a:pt x="5928" y="6093"/>
                  </a:lnTo>
                  <a:lnTo>
                    <a:pt x="5928" y="6346"/>
                  </a:lnTo>
                  <a:cubicBezTo>
                    <a:pt x="5928" y="6465"/>
                    <a:pt x="5988" y="6570"/>
                    <a:pt x="6093" y="6600"/>
                  </a:cubicBezTo>
                  <a:cubicBezTo>
                    <a:pt x="6392" y="6734"/>
                    <a:pt x="6631" y="6943"/>
                    <a:pt x="6795" y="7227"/>
                  </a:cubicBezTo>
                  <a:cubicBezTo>
                    <a:pt x="7123" y="7795"/>
                    <a:pt x="7004" y="8542"/>
                    <a:pt x="6511" y="8990"/>
                  </a:cubicBezTo>
                  <a:cubicBezTo>
                    <a:pt x="6242" y="9236"/>
                    <a:pt x="5893" y="9359"/>
                    <a:pt x="5544" y="9359"/>
                  </a:cubicBezTo>
                  <a:cubicBezTo>
                    <a:pt x="5217" y="9359"/>
                    <a:pt x="4890" y="9251"/>
                    <a:pt x="4630" y="9034"/>
                  </a:cubicBezTo>
                  <a:cubicBezTo>
                    <a:pt x="4316" y="8765"/>
                    <a:pt x="4107" y="8377"/>
                    <a:pt x="4107" y="7929"/>
                  </a:cubicBezTo>
                  <a:cubicBezTo>
                    <a:pt x="4107" y="7646"/>
                    <a:pt x="4196" y="7377"/>
                    <a:pt x="4346" y="7138"/>
                  </a:cubicBezTo>
                  <a:cubicBezTo>
                    <a:pt x="4481" y="6943"/>
                    <a:pt x="4660" y="6780"/>
                    <a:pt x="4853" y="6674"/>
                  </a:cubicBezTo>
                  <a:cubicBezTo>
                    <a:pt x="4943" y="6630"/>
                    <a:pt x="5003" y="6525"/>
                    <a:pt x="5003" y="6435"/>
                  </a:cubicBezTo>
                  <a:lnTo>
                    <a:pt x="5003" y="3807"/>
                  </a:lnTo>
                  <a:lnTo>
                    <a:pt x="5496" y="3300"/>
                  </a:lnTo>
                  <a:close/>
                  <a:moveTo>
                    <a:pt x="9259" y="6256"/>
                  </a:moveTo>
                  <a:cubicBezTo>
                    <a:pt x="9482" y="6256"/>
                    <a:pt x="9662" y="6435"/>
                    <a:pt x="9662" y="6674"/>
                  </a:cubicBezTo>
                  <a:lnTo>
                    <a:pt x="9662" y="11931"/>
                  </a:lnTo>
                  <a:cubicBezTo>
                    <a:pt x="9662" y="12155"/>
                    <a:pt x="9482" y="12334"/>
                    <a:pt x="9259" y="12334"/>
                  </a:cubicBezTo>
                  <a:lnTo>
                    <a:pt x="1897" y="12334"/>
                  </a:lnTo>
                  <a:cubicBezTo>
                    <a:pt x="1673" y="12334"/>
                    <a:pt x="1479" y="12155"/>
                    <a:pt x="1479" y="11931"/>
                  </a:cubicBezTo>
                  <a:lnTo>
                    <a:pt x="1479" y="6674"/>
                  </a:lnTo>
                  <a:cubicBezTo>
                    <a:pt x="1479" y="6435"/>
                    <a:pt x="1673" y="6256"/>
                    <a:pt x="1897" y="6256"/>
                  </a:cubicBezTo>
                  <a:lnTo>
                    <a:pt x="4451" y="6256"/>
                  </a:lnTo>
                  <a:lnTo>
                    <a:pt x="4451" y="6272"/>
                  </a:lnTo>
                  <a:cubicBezTo>
                    <a:pt x="4242" y="6421"/>
                    <a:pt x="4063" y="6600"/>
                    <a:pt x="3913" y="6809"/>
                  </a:cubicBezTo>
                  <a:lnTo>
                    <a:pt x="2315" y="6809"/>
                  </a:lnTo>
                  <a:cubicBezTo>
                    <a:pt x="2151" y="6809"/>
                    <a:pt x="2032" y="6929"/>
                    <a:pt x="2032" y="7078"/>
                  </a:cubicBezTo>
                  <a:lnTo>
                    <a:pt x="2032" y="11512"/>
                  </a:lnTo>
                  <a:cubicBezTo>
                    <a:pt x="2032" y="11662"/>
                    <a:pt x="2151" y="11781"/>
                    <a:pt x="2315" y="11781"/>
                  </a:cubicBezTo>
                  <a:lnTo>
                    <a:pt x="4346" y="11781"/>
                  </a:lnTo>
                  <a:cubicBezTo>
                    <a:pt x="4495" y="11781"/>
                    <a:pt x="4630" y="11662"/>
                    <a:pt x="4630" y="11512"/>
                  </a:cubicBezTo>
                  <a:cubicBezTo>
                    <a:pt x="4630" y="11363"/>
                    <a:pt x="4495" y="11229"/>
                    <a:pt x="4346" y="11229"/>
                  </a:cubicBezTo>
                  <a:lnTo>
                    <a:pt x="2584" y="11229"/>
                  </a:lnTo>
                  <a:lnTo>
                    <a:pt x="2584" y="7361"/>
                  </a:lnTo>
                  <a:lnTo>
                    <a:pt x="3644" y="7361"/>
                  </a:lnTo>
                  <a:cubicBezTo>
                    <a:pt x="3599" y="7556"/>
                    <a:pt x="3555" y="7735"/>
                    <a:pt x="3555" y="7929"/>
                  </a:cubicBezTo>
                  <a:cubicBezTo>
                    <a:pt x="3555" y="8512"/>
                    <a:pt x="3808" y="9034"/>
                    <a:pt x="4212" y="9408"/>
                  </a:cubicBezTo>
                  <a:cubicBezTo>
                    <a:pt x="4570" y="9721"/>
                    <a:pt x="5033" y="9915"/>
                    <a:pt x="5540" y="9915"/>
                  </a:cubicBezTo>
                  <a:cubicBezTo>
                    <a:pt x="6034" y="9915"/>
                    <a:pt x="6496" y="9736"/>
                    <a:pt x="6840" y="9437"/>
                  </a:cubicBezTo>
                  <a:cubicBezTo>
                    <a:pt x="7258" y="9079"/>
                    <a:pt x="7527" y="8526"/>
                    <a:pt x="7527" y="7929"/>
                  </a:cubicBezTo>
                  <a:cubicBezTo>
                    <a:pt x="7527" y="7735"/>
                    <a:pt x="7497" y="7540"/>
                    <a:pt x="7452" y="7361"/>
                  </a:cubicBezTo>
                  <a:lnTo>
                    <a:pt x="8557" y="7361"/>
                  </a:lnTo>
                  <a:lnTo>
                    <a:pt x="8557" y="11229"/>
                  </a:lnTo>
                  <a:lnTo>
                    <a:pt x="6780" y="11229"/>
                  </a:lnTo>
                  <a:cubicBezTo>
                    <a:pt x="6615" y="11229"/>
                    <a:pt x="6496" y="11363"/>
                    <a:pt x="6496" y="11512"/>
                  </a:cubicBezTo>
                  <a:cubicBezTo>
                    <a:pt x="6496" y="11662"/>
                    <a:pt x="6615" y="11781"/>
                    <a:pt x="6780" y="11781"/>
                  </a:cubicBezTo>
                  <a:lnTo>
                    <a:pt x="8841" y="11781"/>
                  </a:lnTo>
                  <a:cubicBezTo>
                    <a:pt x="8990" y="11781"/>
                    <a:pt x="9110" y="11662"/>
                    <a:pt x="9110" y="11512"/>
                  </a:cubicBezTo>
                  <a:lnTo>
                    <a:pt x="9110" y="7078"/>
                  </a:lnTo>
                  <a:cubicBezTo>
                    <a:pt x="9110" y="6929"/>
                    <a:pt x="8990" y="6809"/>
                    <a:pt x="8841" y="6809"/>
                  </a:cubicBezTo>
                  <a:lnTo>
                    <a:pt x="7183" y="6809"/>
                  </a:lnTo>
                  <a:cubicBezTo>
                    <a:pt x="7033" y="6585"/>
                    <a:pt x="6840" y="6406"/>
                    <a:pt x="6615" y="6256"/>
                  </a:cubicBezTo>
                  <a:close/>
                  <a:moveTo>
                    <a:pt x="10603" y="12886"/>
                  </a:moveTo>
                  <a:lnTo>
                    <a:pt x="10603" y="13171"/>
                  </a:lnTo>
                  <a:cubicBezTo>
                    <a:pt x="10603" y="13394"/>
                    <a:pt x="10424" y="13559"/>
                    <a:pt x="10215" y="13559"/>
                  </a:cubicBezTo>
                  <a:lnTo>
                    <a:pt x="941" y="13559"/>
                  </a:lnTo>
                  <a:cubicBezTo>
                    <a:pt x="718" y="13559"/>
                    <a:pt x="553" y="13394"/>
                    <a:pt x="553" y="13171"/>
                  </a:cubicBezTo>
                  <a:lnTo>
                    <a:pt x="553" y="12886"/>
                  </a:lnTo>
                  <a:close/>
                  <a:moveTo>
                    <a:pt x="5331" y="0"/>
                  </a:moveTo>
                  <a:cubicBezTo>
                    <a:pt x="4137" y="0"/>
                    <a:pt x="3121" y="836"/>
                    <a:pt x="2882" y="1986"/>
                  </a:cubicBezTo>
                  <a:cubicBezTo>
                    <a:pt x="2091" y="2045"/>
                    <a:pt x="1479" y="2702"/>
                    <a:pt x="1479" y="3509"/>
                  </a:cubicBezTo>
                  <a:cubicBezTo>
                    <a:pt x="1479" y="4345"/>
                    <a:pt x="2151" y="5018"/>
                    <a:pt x="2987" y="5018"/>
                  </a:cubicBezTo>
                  <a:lnTo>
                    <a:pt x="4451" y="5018"/>
                  </a:lnTo>
                  <a:lnTo>
                    <a:pt x="4451" y="5704"/>
                  </a:lnTo>
                  <a:lnTo>
                    <a:pt x="1897" y="5704"/>
                  </a:lnTo>
                  <a:cubicBezTo>
                    <a:pt x="1359" y="5704"/>
                    <a:pt x="927" y="6137"/>
                    <a:pt x="927" y="6674"/>
                  </a:cubicBezTo>
                  <a:lnTo>
                    <a:pt x="927" y="11931"/>
                  </a:lnTo>
                  <a:cubicBezTo>
                    <a:pt x="927" y="12080"/>
                    <a:pt x="971" y="12215"/>
                    <a:pt x="1031" y="12334"/>
                  </a:cubicBezTo>
                  <a:lnTo>
                    <a:pt x="270" y="12334"/>
                  </a:lnTo>
                  <a:cubicBezTo>
                    <a:pt x="120" y="12334"/>
                    <a:pt x="1" y="12454"/>
                    <a:pt x="1" y="12617"/>
                  </a:cubicBezTo>
                  <a:lnTo>
                    <a:pt x="1" y="13171"/>
                  </a:lnTo>
                  <a:cubicBezTo>
                    <a:pt x="1" y="13693"/>
                    <a:pt x="419" y="14111"/>
                    <a:pt x="941" y="14111"/>
                  </a:cubicBezTo>
                  <a:lnTo>
                    <a:pt x="10215" y="14111"/>
                  </a:lnTo>
                  <a:cubicBezTo>
                    <a:pt x="10737" y="14111"/>
                    <a:pt x="11155" y="13693"/>
                    <a:pt x="11155" y="13171"/>
                  </a:cubicBezTo>
                  <a:lnTo>
                    <a:pt x="11155" y="12617"/>
                  </a:lnTo>
                  <a:cubicBezTo>
                    <a:pt x="11155" y="12454"/>
                    <a:pt x="11035" y="12334"/>
                    <a:pt x="10872" y="12334"/>
                  </a:cubicBezTo>
                  <a:lnTo>
                    <a:pt x="10125" y="12334"/>
                  </a:lnTo>
                  <a:cubicBezTo>
                    <a:pt x="10185" y="12215"/>
                    <a:pt x="10215" y="12080"/>
                    <a:pt x="10215" y="11931"/>
                  </a:cubicBezTo>
                  <a:lnTo>
                    <a:pt x="10215" y="6674"/>
                  </a:lnTo>
                  <a:cubicBezTo>
                    <a:pt x="10215" y="6137"/>
                    <a:pt x="9781" y="5704"/>
                    <a:pt x="9259" y="5704"/>
                  </a:cubicBezTo>
                  <a:lnTo>
                    <a:pt x="6317" y="5704"/>
                  </a:lnTo>
                  <a:lnTo>
                    <a:pt x="6243" y="5645"/>
                  </a:lnTo>
                  <a:lnTo>
                    <a:pt x="6392" y="5510"/>
                  </a:lnTo>
                  <a:cubicBezTo>
                    <a:pt x="6436" y="5450"/>
                    <a:pt x="6466" y="5390"/>
                    <a:pt x="6466" y="5316"/>
                  </a:cubicBezTo>
                  <a:lnTo>
                    <a:pt x="6466" y="5018"/>
                  </a:lnTo>
                  <a:lnTo>
                    <a:pt x="7750" y="5018"/>
                  </a:lnTo>
                  <a:cubicBezTo>
                    <a:pt x="8795" y="5018"/>
                    <a:pt x="9677" y="4136"/>
                    <a:pt x="9677" y="3091"/>
                  </a:cubicBezTo>
                  <a:cubicBezTo>
                    <a:pt x="9677" y="2061"/>
                    <a:pt x="8795" y="1179"/>
                    <a:pt x="7750" y="1179"/>
                  </a:cubicBezTo>
                  <a:cubicBezTo>
                    <a:pt x="7661" y="1179"/>
                    <a:pt x="7557" y="1179"/>
                    <a:pt x="7467" y="1195"/>
                  </a:cubicBezTo>
                  <a:cubicBezTo>
                    <a:pt x="7019" y="463"/>
                    <a:pt x="6213" y="0"/>
                    <a:pt x="5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g3a5ae13508d_0_33"/>
            <p:cNvSpPr/>
            <p:nvPr/>
          </p:nvSpPr>
          <p:spPr>
            <a:xfrm>
              <a:off x="7200119" y="3946303"/>
              <a:ext cx="15431" cy="13702"/>
            </a:xfrm>
            <a:custGeom>
              <a:rect b="b" l="l" r="r" t="t"/>
              <a:pathLst>
                <a:path extrusionOk="0" h="547" w="616">
                  <a:moveTo>
                    <a:pt x="300" y="0"/>
                  </a:moveTo>
                  <a:cubicBezTo>
                    <a:pt x="255" y="0"/>
                    <a:pt x="209" y="11"/>
                    <a:pt x="165" y="36"/>
                  </a:cubicBezTo>
                  <a:cubicBezTo>
                    <a:pt x="46" y="112"/>
                    <a:pt x="0" y="261"/>
                    <a:pt x="46" y="380"/>
                  </a:cubicBezTo>
                  <a:cubicBezTo>
                    <a:pt x="86" y="475"/>
                    <a:pt x="189" y="546"/>
                    <a:pt x="297" y="546"/>
                  </a:cubicBezTo>
                  <a:cubicBezTo>
                    <a:pt x="308" y="546"/>
                    <a:pt x="318" y="545"/>
                    <a:pt x="329" y="544"/>
                  </a:cubicBezTo>
                  <a:cubicBezTo>
                    <a:pt x="434" y="544"/>
                    <a:pt x="538" y="454"/>
                    <a:pt x="568" y="335"/>
                  </a:cubicBezTo>
                  <a:cubicBezTo>
                    <a:pt x="615" y="159"/>
                    <a:pt x="467" y="0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a5ae13508d_0_33"/>
            <p:cNvSpPr/>
            <p:nvPr/>
          </p:nvSpPr>
          <p:spPr>
            <a:xfrm>
              <a:off x="7199768" y="4022631"/>
              <a:ext cx="15731" cy="13778"/>
            </a:xfrm>
            <a:custGeom>
              <a:rect b="b" l="l" r="r" t="t"/>
              <a:pathLst>
                <a:path extrusionOk="0" h="550" w="628">
                  <a:moveTo>
                    <a:pt x="308" y="0"/>
                  </a:moveTo>
                  <a:cubicBezTo>
                    <a:pt x="275" y="0"/>
                    <a:pt x="241" y="7"/>
                    <a:pt x="209" y="21"/>
                  </a:cubicBezTo>
                  <a:cubicBezTo>
                    <a:pt x="74" y="81"/>
                    <a:pt x="0" y="245"/>
                    <a:pt x="60" y="380"/>
                  </a:cubicBezTo>
                  <a:cubicBezTo>
                    <a:pt x="105" y="482"/>
                    <a:pt x="211" y="550"/>
                    <a:pt x="319" y="550"/>
                  </a:cubicBezTo>
                  <a:cubicBezTo>
                    <a:pt x="353" y="550"/>
                    <a:pt x="386" y="543"/>
                    <a:pt x="418" y="529"/>
                  </a:cubicBezTo>
                  <a:cubicBezTo>
                    <a:pt x="568" y="469"/>
                    <a:pt x="627" y="304"/>
                    <a:pt x="568" y="171"/>
                  </a:cubicBezTo>
                  <a:cubicBezTo>
                    <a:pt x="522" y="68"/>
                    <a:pt x="416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g3a5ae13508d_0_33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Objetivo Específicos del Proyecto</a:t>
            </a:r>
            <a:endParaRPr sz="2400"/>
          </a:p>
        </p:txBody>
      </p:sp>
      <p:sp>
        <p:nvSpPr>
          <p:cNvPr id="487" name="Google Shape;487;g3a5ae13508d_0_33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88" name="Google Shape;488;g3a5ae13508d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g3a5ae13508d_0_33"/>
          <p:cNvSpPr txBox="1"/>
          <p:nvPr>
            <p:ph idx="1" type="subTitle"/>
          </p:nvPr>
        </p:nvSpPr>
        <p:spPr>
          <a:xfrm>
            <a:off x="1159500" y="1511925"/>
            <a:ext cx="6595200" cy="19836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Levantar, analizar y validar los requerimientos del sistema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Incorporar un sistema de autenticación con roles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Diseñar módulos: Apuntes, To-Do List, Pomodoro, Flashcards, Recordatorios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Implementar sistema de notificaciones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Asegurar seguridad, privacidad y consistencia de datos  </a:t>
            </a:r>
            <a:endParaRPr sz="1300"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490" name="Google Shape;490;g3a5ae13508d_0_33"/>
          <p:cNvPicPr preferRelativeResize="0"/>
          <p:nvPr/>
        </p:nvPicPr>
        <p:blipFill rotWithShape="1">
          <a:blip r:embed="rId4">
            <a:alphaModFix/>
          </a:blip>
          <a:srcRect b="0" l="0" r="0" t="38953"/>
          <a:stretch/>
        </p:blipFill>
        <p:spPr>
          <a:xfrm>
            <a:off x="4514950" y="3495600"/>
            <a:ext cx="4229924" cy="1465799"/>
          </a:xfrm>
          <a:prstGeom prst="rect">
            <a:avLst/>
          </a:prstGeom>
          <a:noFill/>
          <a:ln cap="flat" cmpd="sng" w="9525">
            <a:solidFill>
              <a:srgbClr val="EA4EE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5" name="Google Shape;495;g38ae3b323c0_0_19"/>
          <p:cNvGraphicFramePr/>
          <p:nvPr/>
        </p:nvGraphicFramePr>
        <p:xfrm>
          <a:off x="559650" y="83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{D2E1C2F1-6E87-4DD2-8761-FD37176EA0AC}</a:tableStyleId>
              </a:tblPr>
              <a:tblGrid>
                <a:gridCol w="3407075"/>
                <a:gridCol w="4711150"/>
              </a:tblGrid>
              <a:tr h="49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0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6" name="Google Shape;496;g38ae3b323c0_0_19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497" name="Google Shape;497;g38ae3b323c0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8ae3b323c0_0_19"/>
          <p:cNvSpPr txBox="1"/>
          <p:nvPr>
            <p:ph idx="4294967295" type="subTitle"/>
          </p:nvPr>
        </p:nvSpPr>
        <p:spPr>
          <a:xfrm>
            <a:off x="982914" y="872895"/>
            <a:ext cx="22404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Alcances </a:t>
            </a:r>
            <a:endParaRPr b="1" i="0" sz="1800" u="none" cap="none" strike="noStrike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99" name="Google Shape;499;g38ae3b323c0_0_19"/>
          <p:cNvSpPr txBox="1"/>
          <p:nvPr>
            <p:ph idx="4294967295" type="subTitle"/>
          </p:nvPr>
        </p:nvSpPr>
        <p:spPr>
          <a:xfrm>
            <a:off x="4416007" y="903969"/>
            <a:ext cx="33306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 Medium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Limitaciones</a:t>
            </a:r>
            <a:endParaRPr b="1" i="0" sz="18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00" name="Google Shape;500;g38ae3b323c0_0_19"/>
          <p:cNvSpPr txBox="1"/>
          <p:nvPr>
            <p:ph idx="4294967295" type="subTitle"/>
          </p:nvPr>
        </p:nvSpPr>
        <p:spPr>
          <a:xfrm>
            <a:off x="3966725" y="1383850"/>
            <a:ext cx="4673700" cy="2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Disponible sólo en versión web.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Requiere conexión a Internet para funcionar.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Sin integración con sistemas universitarios ni pasarelas de pago.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Servidor limitado a pruebas locales.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Sin autenticación multifactor (MFA) implementada aún.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Enfocado exclusivamente en estudiantes universitarios.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01" name="Google Shape;501;g38ae3b323c0_0_19"/>
          <p:cNvSpPr txBox="1"/>
          <p:nvPr>
            <p:ph idx="4294967295" type="subTitle"/>
          </p:nvPr>
        </p:nvSpPr>
        <p:spPr>
          <a:xfrm>
            <a:off x="513425" y="1333525"/>
            <a:ext cx="3453300" cy="26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Desarrollo de una aplicación web funcional para organización y estudio colaborativo.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Gestión de usuarios con roles (líder y colaboradores) y autenticación segura.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Módulos implementados: Apuntes, To-Do List, Pomodoro, Flashcards y Recordatorios.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Diseño modular, fácil de mantener y escalar.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Seguridad y privacidad de datos mediante control de acceso.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502" name="Google Shape;502;g38ae3b323c0_0_19"/>
          <p:cNvPicPr preferRelativeResize="0"/>
          <p:nvPr/>
        </p:nvPicPr>
        <p:blipFill rotWithShape="1">
          <a:blip r:embed="rId4">
            <a:alphaModFix/>
          </a:blip>
          <a:srcRect b="21336" l="0" r="0" t="17332"/>
          <a:stretch/>
        </p:blipFill>
        <p:spPr>
          <a:xfrm>
            <a:off x="4598725" y="3675575"/>
            <a:ext cx="3585500" cy="1467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5ffdd79b0_0_30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08" name="Google Shape;508;g385ffdd79b0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385ffdd79b0_0_30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Metodología de Trabajo</a:t>
            </a:r>
            <a:endParaRPr sz="2400"/>
          </a:p>
        </p:txBody>
      </p:sp>
      <p:grpSp>
        <p:nvGrpSpPr>
          <p:cNvPr id="510" name="Google Shape;510;g385ffdd79b0_0_30"/>
          <p:cNvGrpSpPr/>
          <p:nvPr/>
        </p:nvGrpSpPr>
        <p:grpSpPr>
          <a:xfrm>
            <a:off x="686530" y="3992528"/>
            <a:ext cx="455409" cy="471930"/>
            <a:chOff x="4824015" y="2089272"/>
            <a:chExt cx="341156" cy="353506"/>
          </a:xfrm>
        </p:grpSpPr>
        <p:sp>
          <p:nvSpPr>
            <p:cNvPr id="511" name="Google Shape;511;g385ffdd79b0_0_30"/>
            <p:cNvSpPr/>
            <p:nvPr/>
          </p:nvSpPr>
          <p:spPr>
            <a:xfrm>
              <a:off x="4824015" y="2089272"/>
              <a:ext cx="341156" cy="353506"/>
            </a:xfrm>
            <a:custGeom>
              <a:rect b="b" l="l" r="r" t="t"/>
              <a:pathLst>
                <a:path extrusionOk="0" h="14112" w="13619">
                  <a:moveTo>
                    <a:pt x="6391" y="553"/>
                  </a:moveTo>
                  <a:cubicBezTo>
                    <a:pt x="6780" y="553"/>
                    <a:pt x="7078" y="867"/>
                    <a:pt x="7078" y="1240"/>
                  </a:cubicBezTo>
                  <a:cubicBezTo>
                    <a:pt x="7078" y="1405"/>
                    <a:pt x="7213" y="1524"/>
                    <a:pt x="7363" y="1524"/>
                  </a:cubicBezTo>
                  <a:lnTo>
                    <a:pt x="7482" y="1524"/>
                  </a:lnTo>
                  <a:cubicBezTo>
                    <a:pt x="7855" y="1524"/>
                    <a:pt x="8169" y="1823"/>
                    <a:pt x="8169" y="2211"/>
                  </a:cubicBezTo>
                  <a:lnTo>
                    <a:pt x="8169" y="3167"/>
                  </a:lnTo>
                  <a:cubicBezTo>
                    <a:pt x="7735" y="3151"/>
                    <a:pt x="7303" y="2972"/>
                    <a:pt x="7019" y="2643"/>
                  </a:cubicBezTo>
                  <a:lnTo>
                    <a:pt x="6736" y="2330"/>
                  </a:lnTo>
                  <a:cubicBezTo>
                    <a:pt x="6687" y="2273"/>
                    <a:pt x="6615" y="2246"/>
                    <a:pt x="6541" y="2246"/>
                  </a:cubicBezTo>
                  <a:cubicBezTo>
                    <a:pt x="6500" y="2246"/>
                    <a:pt x="6459" y="2254"/>
                    <a:pt x="6421" y="2271"/>
                  </a:cubicBezTo>
                  <a:lnTo>
                    <a:pt x="4794" y="3017"/>
                  </a:lnTo>
                  <a:cubicBezTo>
                    <a:pt x="4585" y="3107"/>
                    <a:pt x="4361" y="3167"/>
                    <a:pt x="4137" y="3167"/>
                  </a:cubicBezTo>
                  <a:lnTo>
                    <a:pt x="3524" y="3167"/>
                  </a:lnTo>
                  <a:lnTo>
                    <a:pt x="3524" y="2480"/>
                  </a:lnTo>
                  <a:cubicBezTo>
                    <a:pt x="3524" y="1419"/>
                    <a:pt x="4391" y="553"/>
                    <a:pt x="5451" y="553"/>
                  </a:cubicBezTo>
                  <a:close/>
                  <a:moveTo>
                    <a:pt x="6467" y="2852"/>
                  </a:moveTo>
                  <a:lnTo>
                    <a:pt x="6601" y="3017"/>
                  </a:lnTo>
                  <a:cubicBezTo>
                    <a:pt x="6959" y="3406"/>
                    <a:pt x="7452" y="3644"/>
                    <a:pt x="7974" y="3704"/>
                  </a:cubicBezTo>
                  <a:lnTo>
                    <a:pt x="7974" y="4405"/>
                  </a:lnTo>
                  <a:cubicBezTo>
                    <a:pt x="7974" y="5138"/>
                    <a:pt x="7572" y="5795"/>
                    <a:pt x="6974" y="6167"/>
                  </a:cubicBezTo>
                  <a:cubicBezTo>
                    <a:pt x="6679" y="6360"/>
                    <a:pt x="6318" y="6476"/>
                    <a:pt x="5958" y="6476"/>
                  </a:cubicBezTo>
                  <a:cubicBezTo>
                    <a:pt x="5898" y="6476"/>
                    <a:pt x="5839" y="6473"/>
                    <a:pt x="5780" y="6466"/>
                  </a:cubicBezTo>
                  <a:cubicBezTo>
                    <a:pt x="4645" y="6377"/>
                    <a:pt x="3839" y="5466"/>
                    <a:pt x="3839" y="4242"/>
                  </a:cubicBezTo>
                  <a:lnTo>
                    <a:pt x="3839" y="3704"/>
                  </a:lnTo>
                  <a:lnTo>
                    <a:pt x="4137" y="3704"/>
                  </a:lnTo>
                  <a:cubicBezTo>
                    <a:pt x="4436" y="3704"/>
                    <a:pt x="4749" y="3644"/>
                    <a:pt x="5018" y="3509"/>
                  </a:cubicBezTo>
                  <a:lnTo>
                    <a:pt x="6467" y="2852"/>
                  </a:lnTo>
                  <a:close/>
                  <a:moveTo>
                    <a:pt x="6974" y="6795"/>
                  </a:moveTo>
                  <a:lnTo>
                    <a:pt x="7168" y="7736"/>
                  </a:lnTo>
                  <a:cubicBezTo>
                    <a:pt x="7154" y="7766"/>
                    <a:pt x="7138" y="7780"/>
                    <a:pt x="7108" y="7810"/>
                  </a:cubicBezTo>
                  <a:cubicBezTo>
                    <a:pt x="6839" y="8184"/>
                    <a:pt x="6407" y="8393"/>
                    <a:pt x="5943" y="8393"/>
                  </a:cubicBezTo>
                  <a:cubicBezTo>
                    <a:pt x="5466" y="8393"/>
                    <a:pt x="5003" y="8139"/>
                    <a:pt x="4735" y="7736"/>
                  </a:cubicBezTo>
                  <a:lnTo>
                    <a:pt x="4884" y="6810"/>
                  </a:lnTo>
                  <a:cubicBezTo>
                    <a:pt x="5211" y="6956"/>
                    <a:pt x="5559" y="7027"/>
                    <a:pt x="5907" y="7027"/>
                  </a:cubicBezTo>
                  <a:cubicBezTo>
                    <a:pt x="6273" y="7027"/>
                    <a:pt x="6637" y="6948"/>
                    <a:pt x="6974" y="6795"/>
                  </a:cubicBezTo>
                  <a:close/>
                  <a:moveTo>
                    <a:pt x="7586" y="8094"/>
                  </a:moveTo>
                  <a:lnTo>
                    <a:pt x="8094" y="8214"/>
                  </a:lnTo>
                  <a:cubicBezTo>
                    <a:pt x="7646" y="8990"/>
                    <a:pt x="6855" y="9438"/>
                    <a:pt x="5959" y="9438"/>
                  </a:cubicBezTo>
                  <a:cubicBezTo>
                    <a:pt x="5063" y="9438"/>
                    <a:pt x="4271" y="8975"/>
                    <a:pt x="3809" y="8214"/>
                  </a:cubicBezTo>
                  <a:lnTo>
                    <a:pt x="4316" y="8094"/>
                  </a:lnTo>
                  <a:cubicBezTo>
                    <a:pt x="4689" y="8632"/>
                    <a:pt x="5316" y="8945"/>
                    <a:pt x="5959" y="8945"/>
                  </a:cubicBezTo>
                  <a:cubicBezTo>
                    <a:pt x="6601" y="8945"/>
                    <a:pt x="7213" y="8632"/>
                    <a:pt x="7586" y="8094"/>
                  </a:cubicBezTo>
                  <a:close/>
                  <a:moveTo>
                    <a:pt x="11275" y="9990"/>
                  </a:moveTo>
                  <a:cubicBezTo>
                    <a:pt x="12245" y="9990"/>
                    <a:pt x="13067" y="10796"/>
                    <a:pt x="13067" y="11782"/>
                  </a:cubicBezTo>
                  <a:cubicBezTo>
                    <a:pt x="13067" y="12768"/>
                    <a:pt x="12261" y="13560"/>
                    <a:pt x="11275" y="13560"/>
                  </a:cubicBezTo>
                  <a:cubicBezTo>
                    <a:pt x="10304" y="13560"/>
                    <a:pt x="9483" y="12753"/>
                    <a:pt x="9483" y="11782"/>
                  </a:cubicBezTo>
                  <a:cubicBezTo>
                    <a:pt x="9483" y="10796"/>
                    <a:pt x="10289" y="9990"/>
                    <a:pt x="11275" y="9990"/>
                  </a:cubicBezTo>
                  <a:close/>
                  <a:moveTo>
                    <a:pt x="5451" y="1"/>
                  </a:moveTo>
                  <a:cubicBezTo>
                    <a:pt x="4092" y="1"/>
                    <a:pt x="2987" y="1120"/>
                    <a:pt x="2987" y="2480"/>
                  </a:cubicBezTo>
                  <a:lnTo>
                    <a:pt x="2987" y="3435"/>
                  </a:lnTo>
                  <a:cubicBezTo>
                    <a:pt x="2987" y="3585"/>
                    <a:pt x="3106" y="3704"/>
                    <a:pt x="3256" y="3704"/>
                  </a:cubicBezTo>
                  <a:lnTo>
                    <a:pt x="3286" y="3704"/>
                  </a:lnTo>
                  <a:lnTo>
                    <a:pt x="3286" y="4242"/>
                  </a:lnTo>
                  <a:cubicBezTo>
                    <a:pt x="3286" y="4988"/>
                    <a:pt x="3540" y="5675"/>
                    <a:pt x="4002" y="6183"/>
                  </a:cubicBezTo>
                  <a:cubicBezTo>
                    <a:pt x="4122" y="6302"/>
                    <a:pt x="4241" y="6422"/>
                    <a:pt x="4376" y="6526"/>
                  </a:cubicBezTo>
                  <a:lnTo>
                    <a:pt x="4211" y="7557"/>
                  </a:lnTo>
                  <a:lnTo>
                    <a:pt x="2196" y="8035"/>
                  </a:lnTo>
                  <a:cubicBezTo>
                    <a:pt x="1613" y="8168"/>
                    <a:pt x="1076" y="8453"/>
                    <a:pt x="687" y="8871"/>
                  </a:cubicBezTo>
                  <a:cubicBezTo>
                    <a:pt x="239" y="9319"/>
                    <a:pt x="0" y="9886"/>
                    <a:pt x="0" y="10484"/>
                  </a:cubicBezTo>
                  <a:lnTo>
                    <a:pt x="0" y="12827"/>
                  </a:lnTo>
                  <a:cubicBezTo>
                    <a:pt x="0" y="12977"/>
                    <a:pt x="135" y="13096"/>
                    <a:pt x="285" y="13096"/>
                  </a:cubicBezTo>
                  <a:lnTo>
                    <a:pt x="4794" y="13096"/>
                  </a:lnTo>
                  <a:cubicBezTo>
                    <a:pt x="4944" y="13096"/>
                    <a:pt x="5063" y="12977"/>
                    <a:pt x="5063" y="12827"/>
                  </a:cubicBezTo>
                  <a:cubicBezTo>
                    <a:pt x="5063" y="12678"/>
                    <a:pt x="4944" y="12544"/>
                    <a:pt x="4794" y="12544"/>
                  </a:cubicBezTo>
                  <a:lnTo>
                    <a:pt x="2405" y="12544"/>
                  </a:lnTo>
                  <a:lnTo>
                    <a:pt x="2405" y="11364"/>
                  </a:lnTo>
                  <a:cubicBezTo>
                    <a:pt x="2405" y="11215"/>
                    <a:pt x="2270" y="11095"/>
                    <a:pt x="2121" y="11095"/>
                  </a:cubicBezTo>
                  <a:cubicBezTo>
                    <a:pt x="1971" y="11095"/>
                    <a:pt x="1852" y="11215"/>
                    <a:pt x="1852" y="11364"/>
                  </a:cubicBezTo>
                  <a:lnTo>
                    <a:pt x="1852" y="12544"/>
                  </a:lnTo>
                  <a:lnTo>
                    <a:pt x="553" y="12544"/>
                  </a:lnTo>
                  <a:lnTo>
                    <a:pt x="553" y="10484"/>
                  </a:lnTo>
                  <a:cubicBezTo>
                    <a:pt x="553" y="9751"/>
                    <a:pt x="1105" y="8841"/>
                    <a:pt x="2315" y="8572"/>
                  </a:cubicBezTo>
                  <a:lnTo>
                    <a:pt x="3256" y="8348"/>
                  </a:lnTo>
                  <a:lnTo>
                    <a:pt x="3301" y="8437"/>
                  </a:lnTo>
                  <a:cubicBezTo>
                    <a:pt x="3839" y="9408"/>
                    <a:pt x="4838" y="9990"/>
                    <a:pt x="5959" y="9990"/>
                  </a:cubicBezTo>
                  <a:cubicBezTo>
                    <a:pt x="7078" y="9990"/>
                    <a:pt x="8064" y="9408"/>
                    <a:pt x="8617" y="8437"/>
                  </a:cubicBezTo>
                  <a:lnTo>
                    <a:pt x="8661" y="8348"/>
                  </a:lnTo>
                  <a:lnTo>
                    <a:pt x="9557" y="8572"/>
                  </a:lnTo>
                  <a:cubicBezTo>
                    <a:pt x="10140" y="8721"/>
                    <a:pt x="10648" y="9050"/>
                    <a:pt x="10961" y="9453"/>
                  </a:cubicBezTo>
                  <a:cubicBezTo>
                    <a:pt x="9812" y="9617"/>
                    <a:pt x="8930" y="10633"/>
                    <a:pt x="8930" y="11782"/>
                  </a:cubicBezTo>
                  <a:cubicBezTo>
                    <a:pt x="8930" y="12036"/>
                    <a:pt x="8975" y="12305"/>
                    <a:pt x="9065" y="12544"/>
                  </a:cubicBezTo>
                  <a:lnTo>
                    <a:pt x="7213" y="12544"/>
                  </a:lnTo>
                  <a:cubicBezTo>
                    <a:pt x="7064" y="12544"/>
                    <a:pt x="6945" y="12678"/>
                    <a:pt x="6945" y="12827"/>
                  </a:cubicBezTo>
                  <a:cubicBezTo>
                    <a:pt x="6945" y="12977"/>
                    <a:pt x="7064" y="13096"/>
                    <a:pt x="7213" y="13096"/>
                  </a:cubicBezTo>
                  <a:lnTo>
                    <a:pt x="9348" y="13096"/>
                  </a:lnTo>
                  <a:cubicBezTo>
                    <a:pt x="9766" y="13709"/>
                    <a:pt x="10483" y="14111"/>
                    <a:pt x="11275" y="14111"/>
                  </a:cubicBezTo>
                  <a:cubicBezTo>
                    <a:pt x="12574" y="14111"/>
                    <a:pt x="13619" y="13066"/>
                    <a:pt x="13619" y="11782"/>
                  </a:cubicBezTo>
                  <a:cubicBezTo>
                    <a:pt x="13619" y="10603"/>
                    <a:pt x="12753" y="9632"/>
                    <a:pt x="11618" y="9468"/>
                  </a:cubicBezTo>
                  <a:cubicBezTo>
                    <a:pt x="11259" y="8796"/>
                    <a:pt x="10543" y="8258"/>
                    <a:pt x="9706" y="8035"/>
                  </a:cubicBezTo>
                  <a:lnTo>
                    <a:pt x="9692" y="8035"/>
                  </a:lnTo>
                  <a:lnTo>
                    <a:pt x="7691" y="7557"/>
                  </a:lnTo>
                  <a:lnTo>
                    <a:pt x="7526" y="6721"/>
                  </a:lnTo>
                  <a:lnTo>
                    <a:pt x="7482" y="6496"/>
                  </a:lnTo>
                  <a:cubicBezTo>
                    <a:pt x="7572" y="6422"/>
                    <a:pt x="7661" y="6347"/>
                    <a:pt x="7751" y="6257"/>
                  </a:cubicBezTo>
                  <a:cubicBezTo>
                    <a:pt x="8243" y="5749"/>
                    <a:pt x="8512" y="5108"/>
                    <a:pt x="8512" y="4405"/>
                  </a:cubicBezTo>
                  <a:lnTo>
                    <a:pt x="8512" y="3704"/>
                  </a:lnTo>
                  <a:cubicBezTo>
                    <a:pt x="8631" y="3674"/>
                    <a:pt x="8721" y="3555"/>
                    <a:pt x="8721" y="3435"/>
                  </a:cubicBezTo>
                  <a:lnTo>
                    <a:pt x="8721" y="2211"/>
                  </a:lnTo>
                  <a:cubicBezTo>
                    <a:pt x="8721" y="1568"/>
                    <a:pt x="8229" y="1031"/>
                    <a:pt x="7602" y="971"/>
                  </a:cubicBezTo>
                  <a:cubicBezTo>
                    <a:pt x="7482" y="419"/>
                    <a:pt x="6989" y="1"/>
                    <a:pt x="6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85ffdd79b0_0_30"/>
            <p:cNvSpPr/>
            <p:nvPr/>
          </p:nvSpPr>
          <p:spPr>
            <a:xfrm>
              <a:off x="4899301" y="2184512"/>
              <a:ext cx="25075" cy="32340"/>
            </a:xfrm>
            <a:custGeom>
              <a:rect b="b" l="l" r="r" t="t"/>
              <a:pathLst>
                <a:path extrusionOk="0" h="1291" w="1001">
                  <a:moveTo>
                    <a:pt x="520" y="1"/>
                  </a:moveTo>
                  <a:cubicBezTo>
                    <a:pt x="406" y="1"/>
                    <a:pt x="303" y="68"/>
                    <a:pt x="269" y="171"/>
                  </a:cubicBezTo>
                  <a:lnTo>
                    <a:pt x="45" y="753"/>
                  </a:lnTo>
                  <a:cubicBezTo>
                    <a:pt x="0" y="872"/>
                    <a:pt x="15" y="1007"/>
                    <a:pt x="90" y="1111"/>
                  </a:cubicBezTo>
                  <a:cubicBezTo>
                    <a:pt x="164" y="1216"/>
                    <a:pt x="284" y="1290"/>
                    <a:pt x="419" y="1290"/>
                  </a:cubicBezTo>
                  <a:lnTo>
                    <a:pt x="732" y="1290"/>
                  </a:lnTo>
                  <a:cubicBezTo>
                    <a:pt x="881" y="1290"/>
                    <a:pt x="1000" y="1157"/>
                    <a:pt x="1000" y="1007"/>
                  </a:cubicBezTo>
                  <a:cubicBezTo>
                    <a:pt x="1000" y="858"/>
                    <a:pt x="881" y="738"/>
                    <a:pt x="732" y="738"/>
                  </a:cubicBezTo>
                  <a:lnTo>
                    <a:pt x="642" y="738"/>
                  </a:lnTo>
                  <a:lnTo>
                    <a:pt x="777" y="365"/>
                  </a:lnTo>
                  <a:cubicBezTo>
                    <a:pt x="837" y="231"/>
                    <a:pt x="761" y="66"/>
                    <a:pt x="628" y="22"/>
                  </a:cubicBezTo>
                  <a:cubicBezTo>
                    <a:pt x="592" y="7"/>
                    <a:pt x="555" y="1"/>
                    <a:pt x="5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g385ffdd79b0_0_30"/>
            <p:cNvSpPr/>
            <p:nvPr/>
          </p:nvSpPr>
          <p:spPr>
            <a:xfrm>
              <a:off x="5018239" y="2356731"/>
              <a:ext cx="55386" cy="55386"/>
            </a:xfrm>
            <a:custGeom>
              <a:rect b="b" l="l" r="r" t="t"/>
              <a:pathLst>
                <a:path extrusionOk="0" h="2211" w="2211">
                  <a:moveTo>
                    <a:pt x="1106" y="0"/>
                  </a:moveTo>
                  <a:cubicBezTo>
                    <a:pt x="957" y="0"/>
                    <a:pt x="837" y="119"/>
                    <a:pt x="837" y="269"/>
                  </a:cubicBezTo>
                  <a:lnTo>
                    <a:pt x="837" y="836"/>
                  </a:lnTo>
                  <a:lnTo>
                    <a:pt x="270" y="836"/>
                  </a:lnTo>
                  <a:cubicBezTo>
                    <a:pt x="120" y="836"/>
                    <a:pt x="1" y="956"/>
                    <a:pt x="1" y="1105"/>
                  </a:cubicBezTo>
                  <a:cubicBezTo>
                    <a:pt x="1" y="1254"/>
                    <a:pt x="120" y="1389"/>
                    <a:pt x="270" y="1389"/>
                  </a:cubicBezTo>
                  <a:lnTo>
                    <a:pt x="837" y="1389"/>
                  </a:lnTo>
                  <a:lnTo>
                    <a:pt x="837" y="1941"/>
                  </a:lnTo>
                  <a:cubicBezTo>
                    <a:pt x="837" y="2091"/>
                    <a:pt x="957" y="2210"/>
                    <a:pt x="1106" y="2210"/>
                  </a:cubicBezTo>
                  <a:cubicBezTo>
                    <a:pt x="1255" y="2210"/>
                    <a:pt x="1389" y="2091"/>
                    <a:pt x="1389" y="1941"/>
                  </a:cubicBezTo>
                  <a:lnTo>
                    <a:pt x="1389" y="1389"/>
                  </a:lnTo>
                  <a:lnTo>
                    <a:pt x="1942" y="1389"/>
                  </a:lnTo>
                  <a:cubicBezTo>
                    <a:pt x="2092" y="1389"/>
                    <a:pt x="2211" y="1254"/>
                    <a:pt x="2211" y="1105"/>
                  </a:cubicBezTo>
                  <a:cubicBezTo>
                    <a:pt x="2211" y="956"/>
                    <a:pt x="2092" y="836"/>
                    <a:pt x="1942" y="836"/>
                  </a:cubicBezTo>
                  <a:lnTo>
                    <a:pt x="1389" y="836"/>
                  </a:lnTo>
                  <a:lnTo>
                    <a:pt x="1389" y="269"/>
                  </a:lnTo>
                  <a:cubicBezTo>
                    <a:pt x="1389" y="119"/>
                    <a:pt x="1255" y="0"/>
                    <a:pt x="1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g385ffdd79b0_0_30"/>
            <p:cNvSpPr/>
            <p:nvPr/>
          </p:nvSpPr>
          <p:spPr>
            <a:xfrm>
              <a:off x="4907142" y="2403624"/>
              <a:ext cx="14629" cy="13903"/>
            </a:xfrm>
            <a:custGeom>
              <a:rect b="b" l="l" r="r" t="t"/>
              <a:pathLst>
                <a:path extrusionOk="0" h="555" w="584">
                  <a:moveTo>
                    <a:pt x="275" y="0"/>
                  </a:moveTo>
                  <a:cubicBezTo>
                    <a:pt x="253" y="0"/>
                    <a:pt x="231" y="3"/>
                    <a:pt x="209" y="9"/>
                  </a:cubicBezTo>
                  <a:cubicBezTo>
                    <a:pt x="90" y="39"/>
                    <a:pt x="0" y="144"/>
                    <a:pt x="0" y="264"/>
                  </a:cubicBezTo>
                  <a:cubicBezTo>
                    <a:pt x="0" y="437"/>
                    <a:pt x="140" y="555"/>
                    <a:pt x="286" y="555"/>
                  </a:cubicBezTo>
                  <a:cubicBezTo>
                    <a:pt x="353" y="555"/>
                    <a:pt x="422" y="530"/>
                    <a:pt x="478" y="473"/>
                  </a:cubicBezTo>
                  <a:cubicBezTo>
                    <a:pt x="568" y="368"/>
                    <a:pt x="583" y="234"/>
                    <a:pt x="508" y="129"/>
                  </a:cubicBezTo>
                  <a:cubicBezTo>
                    <a:pt x="449" y="46"/>
                    <a:pt x="361" y="0"/>
                    <a:pt x="2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5" name="Google Shape;515;g385ffdd79b0_0_30"/>
          <p:cNvGrpSpPr/>
          <p:nvPr/>
        </p:nvGrpSpPr>
        <p:grpSpPr>
          <a:xfrm>
            <a:off x="2251554" y="4022492"/>
            <a:ext cx="455383" cy="412016"/>
            <a:chOff x="7021312" y="1523317"/>
            <a:chExt cx="353531" cy="319863"/>
          </a:xfrm>
        </p:grpSpPr>
        <p:sp>
          <p:nvSpPr>
            <p:cNvPr id="516" name="Google Shape;516;g385ffdd79b0_0_30"/>
            <p:cNvSpPr/>
            <p:nvPr/>
          </p:nvSpPr>
          <p:spPr>
            <a:xfrm>
              <a:off x="7021312" y="1523317"/>
              <a:ext cx="353531" cy="319863"/>
            </a:xfrm>
            <a:custGeom>
              <a:rect b="b" l="l" r="r" t="t"/>
              <a:pathLst>
                <a:path extrusionOk="0" h="12769" w="14113">
                  <a:moveTo>
                    <a:pt x="2360" y="11335"/>
                  </a:moveTo>
                  <a:cubicBezTo>
                    <a:pt x="2599" y="11335"/>
                    <a:pt x="2808" y="11544"/>
                    <a:pt x="2808" y="11783"/>
                  </a:cubicBezTo>
                  <a:cubicBezTo>
                    <a:pt x="2808" y="12022"/>
                    <a:pt x="2599" y="12215"/>
                    <a:pt x="2360" y="12215"/>
                  </a:cubicBezTo>
                  <a:cubicBezTo>
                    <a:pt x="2121" y="12215"/>
                    <a:pt x="1928" y="12022"/>
                    <a:pt x="1928" y="11783"/>
                  </a:cubicBezTo>
                  <a:cubicBezTo>
                    <a:pt x="1928" y="11544"/>
                    <a:pt x="2121" y="11335"/>
                    <a:pt x="2360" y="11335"/>
                  </a:cubicBezTo>
                  <a:close/>
                  <a:moveTo>
                    <a:pt x="7049" y="11335"/>
                  </a:moveTo>
                  <a:cubicBezTo>
                    <a:pt x="7288" y="11335"/>
                    <a:pt x="7497" y="11544"/>
                    <a:pt x="7497" y="11783"/>
                  </a:cubicBezTo>
                  <a:cubicBezTo>
                    <a:pt x="7497" y="12022"/>
                    <a:pt x="7288" y="12215"/>
                    <a:pt x="7049" y="12215"/>
                  </a:cubicBezTo>
                  <a:cubicBezTo>
                    <a:pt x="6810" y="12215"/>
                    <a:pt x="6616" y="12022"/>
                    <a:pt x="6616" y="11783"/>
                  </a:cubicBezTo>
                  <a:cubicBezTo>
                    <a:pt x="6616" y="11544"/>
                    <a:pt x="6810" y="11335"/>
                    <a:pt x="7049" y="11335"/>
                  </a:cubicBezTo>
                  <a:close/>
                  <a:moveTo>
                    <a:pt x="11558" y="11335"/>
                  </a:moveTo>
                  <a:cubicBezTo>
                    <a:pt x="11797" y="11335"/>
                    <a:pt x="11992" y="11544"/>
                    <a:pt x="11992" y="11783"/>
                  </a:cubicBezTo>
                  <a:cubicBezTo>
                    <a:pt x="11992" y="12022"/>
                    <a:pt x="11797" y="12215"/>
                    <a:pt x="11558" y="12215"/>
                  </a:cubicBezTo>
                  <a:cubicBezTo>
                    <a:pt x="11305" y="12215"/>
                    <a:pt x="11110" y="12022"/>
                    <a:pt x="11110" y="11783"/>
                  </a:cubicBezTo>
                  <a:cubicBezTo>
                    <a:pt x="11110" y="11544"/>
                    <a:pt x="11305" y="11335"/>
                    <a:pt x="11558" y="11335"/>
                  </a:cubicBezTo>
                  <a:close/>
                  <a:moveTo>
                    <a:pt x="6616" y="1"/>
                  </a:moveTo>
                  <a:cubicBezTo>
                    <a:pt x="5571" y="1"/>
                    <a:pt x="4570" y="389"/>
                    <a:pt x="3779" y="1091"/>
                  </a:cubicBezTo>
                  <a:cubicBezTo>
                    <a:pt x="3077" y="1733"/>
                    <a:pt x="2614" y="2585"/>
                    <a:pt x="2450" y="3510"/>
                  </a:cubicBezTo>
                  <a:cubicBezTo>
                    <a:pt x="1091" y="3525"/>
                    <a:pt x="1" y="4630"/>
                    <a:pt x="1" y="5989"/>
                  </a:cubicBezTo>
                  <a:cubicBezTo>
                    <a:pt x="1" y="7347"/>
                    <a:pt x="1106" y="8452"/>
                    <a:pt x="2465" y="8452"/>
                  </a:cubicBezTo>
                  <a:lnTo>
                    <a:pt x="3481" y="8452"/>
                  </a:lnTo>
                  <a:cubicBezTo>
                    <a:pt x="3644" y="8452"/>
                    <a:pt x="3764" y="8333"/>
                    <a:pt x="3764" y="8184"/>
                  </a:cubicBezTo>
                  <a:cubicBezTo>
                    <a:pt x="3764" y="8034"/>
                    <a:pt x="3644" y="7901"/>
                    <a:pt x="3481" y="7901"/>
                  </a:cubicBezTo>
                  <a:lnTo>
                    <a:pt x="2465" y="7901"/>
                  </a:lnTo>
                  <a:cubicBezTo>
                    <a:pt x="1404" y="7901"/>
                    <a:pt x="554" y="7049"/>
                    <a:pt x="554" y="5989"/>
                  </a:cubicBezTo>
                  <a:cubicBezTo>
                    <a:pt x="554" y="4928"/>
                    <a:pt x="1404" y="4062"/>
                    <a:pt x="2465" y="4062"/>
                  </a:cubicBezTo>
                  <a:cubicBezTo>
                    <a:pt x="2539" y="4062"/>
                    <a:pt x="2599" y="4062"/>
                    <a:pt x="2659" y="4078"/>
                  </a:cubicBezTo>
                  <a:cubicBezTo>
                    <a:pt x="2667" y="4079"/>
                    <a:pt x="2675" y="4079"/>
                    <a:pt x="2683" y="4079"/>
                  </a:cubicBezTo>
                  <a:cubicBezTo>
                    <a:pt x="2822" y="4079"/>
                    <a:pt x="2944" y="3965"/>
                    <a:pt x="2957" y="3823"/>
                  </a:cubicBezTo>
                  <a:cubicBezTo>
                    <a:pt x="3062" y="2927"/>
                    <a:pt x="3481" y="2107"/>
                    <a:pt x="4152" y="1494"/>
                  </a:cubicBezTo>
                  <a:cubicBezTo>
                    <a:pt x="4824" y="882"/>
                    <a:pt x="5705" y="554"/>
                    <a:pt x="6616" y="554"/>
                  </a:cubicBezTo>
                  <a:cubicBezTo>
                    <a:pt x="7318" y="554"/>
                    <a:pt x="7990" y="747"/>
                    <a:pt x="8572" y="1121"/>
                  </a:cubicBezTo>
                  <a:cubicBezTo>
                    <a:pt x="9139" y="1480"/>
                    <a:pt x="9603" y="1987"/>
                    <a:pt x="9902" y="2585"/>
                  </a:cubicBezTo>
                  <a:cubicBezTo>
                    <a:pt x="9948" y="2677"/>
                    <a:pt x="10038" y="2734"/>
                    <a:pt x="10139" y="2734"/>
                  </a:cubicBezTo>
                  <a:cubicBezTo>
                    <a:pt x="10169" y="2734"/>
                    <a:pt x="10199" y="2729"/>
                    <a:pt x="10230" y="2718"/>
                  </a:cubicBezTo>
                  <a:cubicBezTo>
                    <a:pt x="10453" y="2659"/>
                    <a:pt x="10692" y="2629"/>
                    <a:pt x="10917" y="2629"/>
                  </a:cubicBezTo>
                  <a:cubicBezTo>
                    <a:pt x="11588" y="2629"/>
                    <a:pt x="12275" y="2913"/>
                    <a:pt x="12769" y="3421"/>
                  </a:cubicBezTo>
                  <a:cubicBezTo>
                    <a:pt x="13276" y="3913"/>
                    <a:pt x="13559" y="4600"/>
                    <a:pt x="13559" y="5272"/>
                  </a:cubicBezTo>
                  <a:cubicBezTo>
                    <a:pt x="13559" y="6706"/>
                    <a:pt x="12350" y="7901"/>
                    <a:pt x="10917" y="7901"/>
                  </a:cubicBezTo>
                  <a:lnTo>
                    <a:pt x="5914" y="7901"/>
                  </a:lnTo>
                  <a:cubicBezTo>
                    <a:pt x="5750" y="7901"/>
                    <a:pt x="5631" y="8034"/>
                    <a:pt x="5631" y="8184"/>
                  </a:cubicBezTo>
                  <a:cubicBezTo>
                    <a:pt x="5631" y="8333"/>
                    <a:pt x="5750" y="8452"/>
                    <a:pt x="5914" y="8452"/>
                  </a:cubicBezTo>
                  <a:lnTo>
                    <a:pt x="6780" y="8452"/>
                  </a:lnTo>
                  <a:lnTo>
                    <a:pt x="6780" y="9394"/>
                  </a:lnTo>
                  <a:lnTo>
                    <a:pt x="2957" y="9394"/>
                  </a:lnTo>
                  <a:cubicBezTo>
                    <a:pt x="2480" y="9394"/>
                    <a:pt x="2091" y="9782"/>
                    <a:pt x="2091" y="10274"/>
                  </a:cubicBezTo>
                  <a:lnTo>
                    <a:pt x="2091" y="10827"/>
                  </a:lnTo>
                  <a:cubicBezTo>
                    <a:pt x="1673" y="10947"/>
                    <a:pt x="1375" y="11335"/>
                    <a:pt x="1375" y="11783"/>
                  </a:cubicBezTo>
                  <a:cubicBezTo>
                    <a:pt x="1375" y="12321"/>
                    <a:pt x="1822" y="12769"/>
                    <a:pt x="2360" y="12769"/>
                  </a:cubicBezTo>
                  <a:cubicBezTo>
                    <a:pt x="2913" y="12769"/>
                    <a:pt x="3361" y="12321"/>
                    <a:pt x="3361" y="11783"/>
                  </a:cubicBezTo>
                  <a:cubicBezTo>
                    <a:pt x="3361" y="11335"/>
                    <a:pt x="3047" y="10947"/>
                    <a:pt x="2644" y="10827"/>
                  </a:cubicBezTo>
                  <a:lnTo>
                    <a:pt x="2644" y="10274"/>
                  </a:lnTo>
                  <a:cubicBezTo>
                    <a:pt x="2644" y="10095"/>
                    <a:pt x="2778" y="9946"/>
                    <a:pt x="2957" y="9946"/>
                  </a:cubicBezTo>
                  <a:lnTo>
                    <a:pt x="6780" y="9946"/>
                  </a:lnTo>
                  <a:lnTo>
                    <a:pt x="6780" y="10827"/>
                  </a:lnTo>
                  <a:cubicBezTo>
                    <a:pt x="6362" y="10947"/>
                    <a:pt x="6063" y="11335"/>
                    <a:pt x="6063" y="11783"/>
                  </a:cubicBezTo>
                  <a:cubicBezTo>
                    <a:pt x="6063" y="12321"/>
                    <a:pt x="6511" y="12769"/>
                    <a:pt x="7049" y="12769"/>
                  </a:cubicBezTo>
                  <a:cubicBezTo>
                    <a:pt x="7602" y="12769"/>
                    <a:pt x="8050" y="12321"/>
                    <a:pt x="8050" y="11783"/>
                  </a:cubicBezTo>
                  <a:cubicBezTo>
                    <a:pt x="8050" y="11335"/>
                    <a:pt x="7736" y="10947"/>
                    <a:pt x="7333" y="10827"/>
                  </a:cubicBezTo>
                  <a:lnTo>
                    <a:pt x="7333" y="9946"/>
                  </a:lnTo>
                  <a:lnTo>
                    <a:pt x="10947" y="9946"/>
                  </a:lnTo>
                  <a:cubicBezTo>
                    <a:pt x="11126" y="9946"/>
                    <a:pt x="11275" y="10095"/>
                    <a:pt x="11275" y="10274"/>
                  </a:cubicBezTo>
                  <a:lnTo>
                    <a:pt x="11275" y="10827"/>
                  </a:lnTo>
                  <a:cubicBezTo>
                    <a:pt x="10857" y="10947"/>
                    <a:pt x="10559" y="11335"/>
                    <a:pt x="10559" y="11783"/>
                  </a:cubicBezTo>
                  <a:cubicBezTo>
                    <a:pt x="10559" y="12321"/>
                    <a:pt x="11007" y="12769"/>
                    <a:pt x="11558" y="12769"/>
                  </a:cubicBezTo>
                  <a:cubicBezTo>
                    <a:pt x="12096" y="12769"/>
                    <a:pt x="12544" y="12321"/>
                    <a:pt x="12544" y="11783"/>
                  </a:cubicBezTo>
                  <a:cubicBezTo>
                    <a:pt x="12544" y="11335"/>
                    <a:pt x="12245" y="10947"/>
                    <a:pt x="11827" y="10827"/>
                  </a:cubicBezTo>
                  <a:lnTo>
                    <a:pt x="11827" y="10274"/>
                  </a:lnTo>
                  <a:cubicBezTo>
                    <a:pt x="11827" y="9782"/>
                    <a:pt x="11439" y="9394"/>
                    <a:pt x="10947" y="9394"/>
                  </a:cubicBezTo>
                  <a:lnTo>
                    <a:pt x="7333" y="9394"/>
                  </a:lnTo>
                  <a:lnTo>
                    <a:pt x="7333" y="8452"/>
                  </a:lnTo>
                  <a:lnTo>
                    <a:pt x="10917" y="8452"/>
                  </a:lnTo>
                  <a:cubicBezTo>
                    <a:pt x="12649" y="8452"/>
                    <a:pt x="14112" y="7005"/>
                    <a:pt x="14112" y="5272"/>
                  </a:cubicBezTo>
                  <a:cubicBezTo>
                    <a:pt x="14112" y="4451"/>
                    <a:pt x="13768" y="3630"/>
                    <a:pt x="13157" y="3033"/>
                  </a:cubicBezTo>
                  <a:cubicBezTo>
                    <a:pt x="12560" y="2420"/>
                    <a:pt x="11738" y="2077"/>
                    <a:pt x="10917" y="2077"/>
                  </a:cubicBezTo>
                  <a:cubicBezTo>
                    <a:pt x="10708" y="2077"/>
                    <a:pt x="10499" y="2107"/>
                    <a:pt x="10304" y="2137"/>
                  </a:cubicBezTo>
                  <a:cubicBezTo>
                    <a:pt x="9946" y="1539"/>
                    <a:pt x="9468" y="1016"/>
                    <a:pt x="8871" y="643"/>
                  </a:cubicBezTo>
                  <a:cubicBezTo>
                    <a:pt x="8199" y="225"/>
                    <a:pt x="7423" y="1"/>
                    <a:pt x="66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g385ffdd79b0_0_30"/>
            <p:cNvSpPr/>
            <p:nvPr/>
          </p:nvSpPr>
          <p:spPr>
            <a:xfrm>
              <a:off x="7129428" y="1568958"/>
              <a:ext cx="136948" cy="136998"/>
            </a:xfrm>
            <a:custGeom>
              <a:rect b="b" l="l" r="r" t="t"/>
              <a:pathLst>
                <a:path extrusionOk="0" h="5469" w="5467">
                  <a:moveTo>
                    <a:pt x="3270" y="613"/>
                  </a:moveTo>
                  <a:cubicBezTo>
                    <a:pt x="3689" y="717"/>
                    <a:pt x="4077" y="956"/>
                    <a:pt x="4361" y="1270"/>
                  </a:cubicBezTo>
                  <a:lnTo>
                    <a:pt x="3644" y="2001"/>
                  </a:lnTo>
                  <a:cubicBezTo>
                    <a:pt x="3614" y="2031"/>
                    <a:pt x="3585" y="2031"/>
                    <a:pt x="3555" y="2031"/>
                  </a:cubicBezTo>
                  <a:lnTo>
                    <a:pt x="3390" y="2031"/>
                  </a:lnTo>
                  <a:cubicBezTo>
                    <a:pt x="3211" y="2031"/>
                    <a:pt x="3031" y="2107"/>
                    <a:pt x="2912" y="2240"/>
                  </a:cubicBezTo>
                  <a:lnTo>
                    <a:pt x="2719" y="2420"/>
                  </a:lnTo>
                  <a:cubicBezTo>
                    <a:pt x="2689" y="2449"/>
                    <a:pt x="2659" y="2465"/>
                    <a:pt x="2629" y="2465"/>
                  </a:cubicBezTo>
                  <a:lnTo>
                    <a:pt x="2404" y="2465"/>
                  </a:lnTo>
                  <a:lnTo>
                    <a:pt x="2404" y="1733"/>
                  </a:lnTo>
                  <a:cubicBezTo>
                    <a:pt x="2404" y="1703"/>
                    <a:pt x="2420" y="1673"/>
                    <a:pt x="2450" y="1643"/>
                  </a:cubicBezTo>
                  <a:lnTo>
                    <a:pt x="3077" y="1016"/>
                  </a:lnTo>
                  <a:cubicBezTo>
                    <a:pt x="3181" y="912"/>
                    <a:pt x="3256" y="763"/>
                    <a:pt x="3270" y="613"/>
                  </a:cubicBezTo>
                  <a:close/>
                  <a:moveTo>
                    <a:pt x="2719" y="554"/>
                  </a:moveTo>
                  <a:cubicBezTo>
                    <a:pt x="2719" y="583"/>
                    <a:pt x="2703" y="613"/>
                    <a:pt x="2689" y="628"/>
                  </a:cubicBezTo>
                  <a:lnTo>
                    <a:pt x="2061" y="1255"/>
                  </a:lnTo>
                  <a:cubicBezTo>
                    <a:pt x="1926" y="1390"/>
                    <a:pt x="1852" y="1553"/>
                    <a:pt x="1852" y="1733"/>
                  </a:cubicBezTo>
                  <a:lnTo>
                    <a:pt x="1852" y="2509"/>
                  </a:lnTo>
                  <a:cubicBezTo>
                    <a:pt x="1852" y="2793"/>
                    <a:pt x="2076" y="3017"/>
                    <a:pt x="2360" y="3017"/>
                  </a:cubicBezTo>
                  <a:lnTo>
                    <a:pt x="2629" y="3017"/>
                  </a:lnTo>
                  <a:cubicBezTo>
                    <a:pt x="2808" y="3017"/>
                    <a:pt x="2987" y="2943"/>
                    <a:pt x="3107" y="2808"/>
                  </a:cubicBezTo>
                  <a:lnTo>
                    <a:pt x="3300" y="2629"/>
                  </a:lnTo>
                  <a:cubicBezTo>
                    <a:pt x="3316" y="2599"/>
                    <a:pt x="3346" y="2584"/>
                    <a:pt x="3390" y="2584"/>
                  </a:cubicBezTo>
                  <a:lnTo>
                    <a:pt x="3555" y="2584"/>
                  </a:lnTo>
                  <a:cubicBezTo>
                    <a:pt x="3734" y="2584"/>
                    <a:pt x="3898" y="2525"/>
                    <a:pt x="4033" y="2390"/>
                  </a:cubicBezTo>
                  <a:lnTo>
                    <a:pt x="4690" y="1733"/>
                  </a:lnTo>
                  <a:cubicBezTo>
                    <a:pt x="4839" y="2047"/>
                    <a:pt x="4913" y="2375"/>
                    <a:pt x="4913" y="2734"/>
                  </a:cubicBezTo>
                  <a:cubicBezTo>
                    <a:pt x="4913" y="3554"/>
                    <a:pt x="4465" y="4287"/>
                    <a:pt x="3748" y="4659"/>
                  </a:cubicBezTo>
                  <a:cubicBezTo>
                    <a:pt x="3734" y="4526"/>
                    <a:pt x="3674" y="4391"/>
                    <a:pt x="3569" y="4287"/>
                  </a:cubicBezTo>
                  <a:lnTo>
                    <a:pt x="2987" y="3749"/>
                  </a:lnTo>
                  <a:cubicBezTo>
                    <a:pt x="2868" y="3630"/>
                    <a:pt x="2707" y="3570"/>
                    <a:pt x="2546" y="3570"/>
                  </a:cubicBezTo>
                  <a:cubicBezTo>
                    <a:pt x="2386" y="3570"/>
                    <a:pt x="2225" y="3630"/>
                    <a:pt x="2106" y="3749"/>
                  </a:cubicBezTo>
                  <a:lnTo>
                    <a:pt x="1942" y="3928"/>
                  </a:lnTo>
                  <a:cubicBezTo>
                    <a:pt x="1926" y="3943"/>
                    <a:pt x="1897" y="3943"/>
                    <a:pt x="1882" y="3943"/>
                  </a:cubicBezTo>
                  <a:lnTo>
                    <a:pt x="927" y="3943"/>
                  </a:lnTo>
                  <a:cubicBezTo>
                    <a:pt x="688" y="3584"/>
                    <a:pt x="553" y="3166"/>
                    <a:pt x="553" y="2734"/>
                  </a:cubicBezTo>
                  <a:cubicBezTo>
                    <a:pt x="553" y="1539"/>
                    <a:pt x="1524" y="554"/>
                    <a:pt x="2719" y="554"/>
                  </a:cubicBezTo>
                  <a:close/>
                  <a:moveTo>
                    <a:pt x="2548" y="4115"/>
                  </a:moveTo>
                  <a:cubicBezTo>
                    <a:pt x="2569" y="4115"/>
                    <a:pt x="2591" y="4122"/>
                    <a:pt x="2613" y="4137"/>
                  </a:cubicBezTo>
                  <a:lnTo>
                    <a:pt x="3181" y="4689"/>
                  </a:lnTo>
                  <a:cubicBezTo>
                    <a:pt x="3196" y="4705"/>
                    <a:pt x="3211" y="4735"/>
                    <a:pt x="3211" y="4749"/>
                  </a:cubicBezTo>
                  <a:lnTo>
                    <a:pt x="3211" y="4868"/>
                  </a:lnTo>
                  <a:cubicBezTo>
                    <a:pt x="3061" y="4902"/>
                    <a:pt x="2907" y="4919"/>
                    <a:pt x="2751" y="4919"/>
                  </a:cubicBezTo>
                  <a:cubicBezTo>
                    <a:pt x="2427" y="4919"/>
                    <a:pt x="2100" y="4846"/>
                    <a:pt x="1807" y="4705"/>
                  </a:cubicBezTo>
                  <a:cubicBezTo>
                    <a:pt x="1673" y="4645"/>
                    <a:pt x="1568" y="4570"/>
                    <a:pt x="1449" y="4496"/>
                  </a:cubicBezTo>
                  <a:lnTo>
                    <a:pt x="1882" y="4496"/>
                  </a:lnTo>
                  <a:cubicBezTo>
                    <a:pt x="2046" y="4496"/>
                    <a:pt x="2211" y="4436"/>
                    <a:pt x="2330" y="4317"/>
                  </a:cubicBezTo>
                  <a:lnTo>
                    <a:pt x="2494" y="4137"/>
                  </a:lnTo>
                  <a:cubicBezTo>
                    <a:pt x="2509" y="4122"/>
                    <a:pt x="2528" y="4115"/>
                    <a:pt x="2548" y="4115"/>
                  </a:cubicBezTo>
                  <a:close/>
                  <a:moveTo>
                    <a:pt x="2733" y="1"/>
                  </a:moveTo>
                  <a:cubicBezTo>
                    <a:pt x="1225" y="1"/>
                    <a:pt x="1" y="1225"/>
                    <a:pt x="1" y="2734"/>
                  </a:cubicBezTo>
                  <a:cubicBezTo>
                    <a:pt x="1" y="3331"/>
                    <a:pt x="194" y="3913"/>
                    <a:pt x="568" y="4391"/>
                  </a:cubicBezTo>
                  <a:cubicBezTo>
                    <a:pt x="1046" y="5033"/>
                    <a:pt x="1777" y="5422"/>
                    <a:pt x="2584" y="5466"/>
                  </a:cubicBezTo>
                  <a:cubicBezTo>
                    <a:pt x="2625" y="5468"/>
                    <a:pt x="2668" y="5469"/>
                    <a:pt x="2710" y="5469"/>
                  </a:cubicBezTo>
                  <a:cubicBezTo>
                    <a:pt x="2999" y="5469"/>
                    <a:pt x="3296" y="5423"/>
                    <a:pt x="3569" y="5332"/>
                  </a:cubicBezTo>
                  <a:cubicBezTo>
                    <a:pt x="4704" y="4974"/>
                    <a:pt x="5466" y="3928"/>
                    <a:pt x="5466" y="2734"/>
                  </a:cubicBezTo>
                  <a:cubicBezTo>
                    <a:pt x="5466" y="2151"/>
                    <a:pt x="5301" y="1599"/>
                    <a:pt x="4958" y="1135"/>
                  </a:cubicBezTo>
                  <a:cubicBezTo>
                    <a:pt x="4451" y="434"/>
                    <a:pt x="3614" y="1"/>
                    <a:pt x="27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85ffdd79b0_0_30"/>
            <p:cNvSpPr/>
            <p:nvPr/>
          </p:nvSpPr>
          <p:spPr>
            <a:xfrm>
              <a:off x="7130931" y="1721438"/>
              <a:ext cx="14980" cy="13677"/>
            </a:xfrm>
            <a:custGeom>
              <a:rect b="b" l="l" r="r" t="t"/>
              <a:pathLst>
                <a:path extrusionOk="0" h="546" w="598">
                  <a:moveTo>
                    <a:pt x="303" y="1"/>
                  </a:moveTo>
                  <a:cubicBezTo>
                    <a:pt x="242" y="1"/>
                    <a:pt x="182" y="20"/>
                    <a:pt x="134" y="51"/>
                  </a:cubicBezTo>
                  <a:cubicBezTo>
                    <a:pt x="45" y="125"/>
                    <a:pt x="1" y="260"/>
                    <a:pt x="45" y="380"/>
                  </a:cubicBezTo>
                  <a:cubicBezTo>
                    <a:pt x="86" y="475"/>
                    <a:pt x="176" y="545"/>
                    <a:pt x="282" y="545"/>
                  </a:cubicBezTo>
                  <a:cubicBezTo>
                    <a:pt x="293" y="545"/>
                    <a:pt x="303" y="545"/>
                    <a:pt x="314" y="543"/>
                  </a:cubicBezTo>
                  <a:cubicBezTo>
                    <a:pt x="433" y="543"/>
                    <a:pt x="523" y="469"/>
                    <a:pt x="568" y="364"/>
                  </a:cubicBezTo>
                  <a:cubicBezTo>
                    <a:pt x="598" y="245"/>
                    <a:pt x="552" y="111"/>
                    <a:pt x="463" y="51"/>
                  </a:cubicBezTo>
                  <a:cubicBezTo>
                    <a:pt x="414" y="16"/>
                    <a:pt x="358" y="1"/>
                    <a:pt x="30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g385ffdd79b0_0_30"/>
          <p:cNvGrpSpPr/>
          <p:nvPr/>
        </p:nvGrpSpPr>
        <p:grpSpPr>
          <a:xfrm>
            <a:off x="1510210" y="3992527"/>
            <a:ext cx="373099" cy="471932"/>
            <a:chOff x="7068080" y="3741119"/>
            <a:chExt cx="279433" cy="353481"/>
          </a:xfrm>
        </p:grpSpPr>
        <p:sp>
          <p:nvSpPr>
            <p:cNvPr id="520" name="Google Shape;520;g385ffdd79b0_0_30"/>
            <p:cNvSpPr/>
            <p:nvPr/>
          </p:nvSpPr>
          <p:spPr>
            <a:xfrm>
              <a:off x="7068080" y="3741119"/>
              <a:ext cx="279433" cy="353481"/>
            </a:xfrm>
            <a:custGeom>
              <a:rect b="b" l="l" r="r" t="t"/>
              <a:pathLst>
                <a:path extrusionOk="0" h="14111" w="11155">
                  <a:moveTo>
                    <a:pt x="5331" y="552"/>
                  </a:moveTo>
                  <a:cubicBezTo>
                    <a:pt x="6078" y="552"/>
                    <a:pt x="6750" y="970"/>
                    <a:pt x="7079" y="1627"/>
                  </a:cubicBezTo>
                  <a:cubicBezTo>
                    <a:pt x="7128" y="1726"/>
                    <a:pt x="7229" y="1784"/>
                    <a:pt x="7330" y="1784"/>
                  </a:cubicBezTo>
                  <a:cubicBezTo>
                    <a:pt x="7350" y="1784"/>
                    <a:pt x="7371" y="1782"/>
                    <a:pt x="7392" y="1777"/>
                  </a:cubicBezTo>
                  <a:cubicBezTo>
                    <a:pt x="7511" y="1747"/>
                    <a:pt x="7631" y="1732"/>
                    <a:pt x="7750" y="1732"/>
                  </a:cubicBezTo>
                  <a:cubicBezTo>
                    <a:pt x="8483" y="1732"/>
                    <a:pt x="9124" y="2374"/>
                    <a:pt x="9124" y="3091"/>
                  </a:cubicBezTo>
                  <a:cubicBezTo>
                    <a:pt x="9124" y="3837"/>
                    <a:pt x="8497" y="4464"/>
                    <a:pt x="7750" y="4464"/>
                  </a:cubicBezTo>
                  <a:lnTo>
                    <a:pt x="6257" y="4464"/>
                  </a:lnTo>
                  <a:lnTo>
                    <a:pt x="6243" y="4450"/>
                  </a:lnTo>
                  <a:lnTo>
                    <a:pt x="6422" y="4301"/>
                  </a:lnTo>
                  <a:cubicBezTo>
                    <a:pt x="6482" y="4241"/>
                    <a:pt x="6526" y="4166"/>
                    <a:pt x="6526" y="4092"/>
                  </a:cubicBezTo>
                  <a:lnTo>
                    <a:pt x="6526" y="3718"/>
                  </a:lnTo>
                  <a:cubicBezTo>
                    <a:pt x="6526" y="3644"/>
                    <a:pt x="6496" y="3584"/>
                    <a:pt x="6452" y="3524"/>
                  </a:cubicBezTo>
                  <a:lnTo>
                    <a:pt x="5958" y="3001"/>
                  </a:lnTo>
                  <a:lnTo>
                    <a:pt x="5690" y="2718"/>
                  </a:lnTo>
                  <a:cubicBezTo>
                    <a:pt x="5645" y="2658"/>
                    <a:pt x="5570" y="2628"/>
                    <a:pt x="5496" y="2628"/>
                  </a:cubicBezTo>
                  <a:cubicBezTo>
                    <a:pt x="5421" y="2628"/>
                    <a:pt x="5347" y="2658"/>
                    <a:pt x="5287" y="2718"/>
                  </a:cubicBezTo>
                  <a:lnTo>
                    <a:pt x="4540" y="3509"/>
                  </a:lnTo>
                  <a:lnTo>
                    <a:pt x="4525" y="3509"/>
                  </a:lnTo>
                  <a:cubicBezTo>
                    <a:pt x="4481" y="3568"/>
                    <a:pt x="4451" y="3628"/>
                    <a:pt x="4451" y="3703"/>
                  </a:cubicBezTo>
                  <a:lnTo>
                    <a:pt x="4451" y="4464"/>
                  </a:lnTo>
                  <a:lnTo>
                    <a:pt x="2987" y="4464"/>
                  </a:lnTo>
                  <a:cubicBezTo>
                    <a:pt x="2450" y="4464"/>
                    <a:pt x="2016" y="4032"/>
                    <a:pt x="2016" y="3509"/>
                  </a:cubicBezTo>
                  <a:cubicBezTo>
                    <a:pt x="2016" y="2971"/>
                    <a:pt x="2450" y="2539"/>
                    <a:pt x="2987" y="2539"/>
                  </a:cubicBezTo>
                  <a:lnTo>
                    <a:pt x="3077" y="2539"/>
                  </a:lnTo>
                  <a:cubicBezTo>
                    <a:pt x="3087" y="2540"/>
                    <a:pt x="3097" y="2540"/>
                    <a:pt x="3107" y="2540"/>
                  </a:cubicBezTo>
                  <a:cubicBezTo>
                    <a:pt x="3257" y="2540"/>
                    <a:pt x="3376" y="2440"/>
                    <a:pt x="3390" y="2300"/>
                  </a:cubicBezTo>
                  <a:cubicBezTo>
                    <a:pt x="3495" y="1299"/>
                    <a:pt x="4331" y="552"/>
                    <a:pt x="5331" y="552"/>
                  </a:cubicBezTo>
                  <a:close/>
                  <a:moveTo>
                    <a:pt x="5496" y="3300"/>
                  </a:moveTo>
                  <a:lnTo>
                    <a:pt x="5974" y="3823"/>
                  </a:lnTo>
                  <a:lnTo>
                    <a:pt x="5974" y="3957"/>
                  </a:lnTo>
                  <a:lnTo>
                    <a:pt x="5675" y="4211"/>
                  </a:lnTo>
                  <a:cubicBezTo>
                    <a:pt x="5556" y="4315"/>
                    <a:pt x="5540" y="4494"/>
                    <a:pt x="5645" y="4599"/>
                  </a:cubicBezTo>
                  <a:lnTo>
                    <a:pt x="5928" y="4912"/>
                  </a:lnTo>
                  <a:lnTo>
                    <a:pt x="5928" y="5197"/>
                  </a:lnTo>
                  <a:lnTo>
                    <a:pt x="5660" y="5450"/>
                  </a:lnTo>
                  <a:cubicBezTo>
                    <a:pt x="5540" y="5555"/>
                    <a:pt x="5556" y="5734"/>
                    <a:pt x="5660" y="5838"/>
                  </a:cubicBezTo>
                  <a:lnTo>
                    <a:pt x="5928" y="6093"/>
                  </a:lnTo>
                  <a:lnTo>
                    <a:pt x="5928" y="6346"/>
                  </a:lnTo>
                  <a:cubicBezTo>
                    <a:pt x="5928" y="6465"/>
                    <a:pt x="5988" y="6570"/>
                    <a:pt x="6093" y="6600"/>
                  </a:cubicBezTo>
                  <a:cubicBezTo>
                    <a:pt x="6392" y="6734"/>
                    <a:pt x="6631" y="6943"/>
                    <a:pt x="6795" y="7227"/>
                  </a:cubicBezTo>
                  <a:cubicBezTo>
                    <a:pt x="7123" y="7795"/>
                    <a:pt x="7004" y="8542"/>
                    <a:pt x="6511" y="8990"/>
                  </a:cubicBezTo>
                  <a:cubicBezTo>
                    <a:pt x="6242" y="9236"/>
                    <a:pt x="5893" y="9359"/>
                    <a:pt x="5544" y="9359"/>
                  </a:cubicBezTo>
                  <a:cubicBezTo>
                    <a:pt x="5217" y="9359"/>
                    <a:pt x="4890" y="9251"/>
                    <a:pt x="4630" y="9034"/>
                  </a:cubicBezTo>
                  <a:cubicBezTo>
                    <a:pt x="4316" y="8765"/>
                    <a:pt x="4107" y="8377"/>
                    <a:pt x="4107" y="7929"/>
                  </a:cubicBezTo>
                  <a:cubicBezTo>
                    <a:pt x="4107" y="7646"/>
                    <a:pt x="4196" y="7377"/>
                    <a:pt x="4346" y="7138"/>
                  </a:cubicBezTo>
                  <a:cubicBezTo>
                    <a:pt x="4481" y="6943"/>
                    <a:pt x="4660" y="6780"/>
                    <a:pt x="4853" y="6674"/>
                  </a:cubicBezTo>
                  <a:cubicBezTo>
                    <a:pt x="4943" y="6630"/>
                    <a:pt x="5003" y="6525"/>
                    <a:pt x="5003" y="6435"/>
                  </a:cubicBezTo>
                  <a:lnTo>
                    <a:pt x="5003" y="3807"/>
                  </a:lnTo>
                  <a:lnTo>
                    <a:pt x="5496" y="3300"/>
                  </a:lnTo>
                  <a:close/>
                  <a:moveTo>
                    <a:pt x="9259" y="6256"/>
                  </a:moveTo>
                  <a:cubicBezTo>
                    <a:pt x="9482" y="6256"/>
                    <a:pt x="9662" y="6435"/>
                    <a:pt x="9662" y="6674"/>
                  </a:cubicBezTo>
                  <a:lnTo>
                    <a:pt x="9662" y="11931"/>
                  </a:lnTo>
                  <a:cubicBezTo>
                    <a:pt x="9662" y="12155"/>
                    <a:pt x="9482" y="12334"/>
                    <a:pt x="9259" y="12334"/>
                  </a:cubicBezTo>
                  <a:lnTo>
                    <a:pt x="1897" y="12334"/>
                  </a:lnTo>
                  <a:cubicBezTo>
                    <a:pt x="1673" y="12334"/>
                    <a:pt x="1479" y="12155"/>
                    <a:pt x="1479" y="11931"/>
                  </a:cubicBezTo>
                  <a:lnTo>
                    <a:pt x="1479" y="6674"/>
                  </a:lnTo>
                  <a:cubicBezTo>
                    <a:pt x="1479" y="6435"/>
                    <a:pt x="1673" y="6256"/>
                    <a:pt x="1897" y="6256"/>
                  </a:cubicBezTo>
                  <a:lnTo>
                    <a:pt x="4451" y="6256"/>
                  </a:lnTo>
                  <a:lnTo>
                    <a:pt x="4451" y="6272"/>
                  </a:lnTo>
                  <a:cubicBezTo>
                    <a:pt x="4242" y="6421"/>
                    <a:pt x="4063" y="6600"/>
                    <a:pt x="3913" y="6809"/>
                  </a:cubicBezTo>
                  <a:lnTo>
                    <a:pt x="2315" y="6809"/>
                  </a:lnTo>
                  <a:cubicBezTo>
                    <a:pt x="2151" y="6809"/>
                    <a:pt x="2032" y="6929"/>
                    <a:pt x="2032" y="7078"/>
                  </a:cubicBezTo>
                  <a:lnTo>
                    <a:pt x="2032" y="11512"/>
                  </a:lnTo>
                  <a:cubicBezTo>
                    <a:pt x="2032" y="11662"/>
                    <a:pt x="2151" y="11781"/>
                    <a:pt x="2315" y="11781"/>
                  </a:cubicBezTo>
                  <a:lnTo>
                    <a:pt x="4346" y="11781"/>
                  </a:lnTo>
                  <a:cubicBezTo>
                    <a:pt x="4495" y="11781"/>
                    <a:pt x="4630" y="11662"/>
                    <a:pt x="4630" y="11512"/>
                  </a:cubicBezTo>
                  <a:cubicBezTo>
                    <a:pt x="4630" y="11363"/>
                    <a:pt x="4495" y="11229"/>
                    <a:pt x="4346" y="11229"/>
                  </a:cubicBezTo>
                  <a:lnTo>
                    <a:pt x="2584" y="11229"/>
                  </a:lnTo>
                  <a:lnTo>
                    <a:pt x="2584" y="7361"/>
                  </a:lnTo>
                  <a:lnTo>
                    <a:pt x="3644" y="7361"/>
                  </a:lnTo>
                  <a:cubicBezTo>
                    <a:pt x="3599" y="7556"/>
                    <a:pt x="3555" y="7735"/>
                    <a:pt x="3555" y="7929"/>
                  </a:cubicBezTo>
                  <a:cubicBezTo>
                    <a:pt x="3555" y="8512"/>
                    <a:pt x="3808" y="9034"/>
                    <a:pt x="4212" y="9408"/>
                  </a:cubicBezTo>
                  <a:cubicBezTo>
                    <a:pt x="4570" y="9721"/>
                    <a:pt x="5033" y="9915"/>
                    <a:pt x="5540" y="9915"/>
                  </a:cubicBezTo>
                  <a:cubicBezTo>
                    <a:pt x="6034" y="9915"/>
                    <a:pt x="6496" y="9736"/>
                    <a:pt x="6840" y="9437"/>
                  </a:cubicBezTo>
                  <a:cubicBezTo>
                    <a:pt x="7258" y="9079"/>
                    <a:pt x="7527" y="8526"/>
                    <a:pt x="7527" y="7929"/>
                  </a:cubicBezTo>
                  <a:cubicBezTo>
                    <a:pt x="7527" y="7735"/>
                    <a:pt x="7497" y="7540"/>
                    <a:pt x="7452" y="7361"/>
                  </a:cubicBezTo>
                  <a:lnTo>
                    <a:pt x="8557" y="7361"/>
                  </a:lnTo>
                  <a:lnTo>
                    <a:pt x="8557" y="11229"/>
                  </a:lnTo>
                  <a:lnTo>
                    <a:pt x="6780" y="11229"/>
                  </a:lnTo>
                  <a:cubicBezTo>
                    <a:pt x="6615" y="11229"/>
                    <a:pt x="6496" y="11363"/>
                    <a:pt x="6496" y="11512"/>
                  </a:cubicBezTo>
                  <a:cubicBezTo>
                    <a:pt x="6496" y="11662"/>
                    <a:pt x="6615" y="11781"/>
                    <a:pt x="6780" y="11781"/>
                  </a:cubicBezTo>
                  <a:lnTo>
                    <a:pt x="8841" y="11781"/>
                  </a:lnTo>
                  <a:cubicBezTo>
                    <a:pt x="8990" y="11781"/>
                    <a:pt x="9110" y="11662"/>
                    <a:pt x="9110" y="11512"/>
                  </a:cubicBezTo>
                  <a:lnTo>
                    <a:pt x="9110" y="7078"/>
                  </a:lnTo>
                  <a:cubicBezTo>
                    <a:pt x="9110" y="6929"/>
                    <a:pt x="8990" y="6809"/>
                    <a:pt x="8841" y="6809"/>
                  </a:cubicBezTo>
                  <a:lnTo>
                    <a:pt x="7183" y="6809"/>
                  </a:lnTo>
                  <a:cubicBezTo>
                    <a:pt x="7033" y="6585"/>
                    <a:pt x="6840" y="6406"/>
                    <a:pt x="6615" y="6256"/>
                  </a:cubicBezTo>
                  <a:close/>
                  <a:moveTo>
                    <a:pt x="10603" y="12886"/>
                  </a:moveTo>
                  <a:lnTo>
                    <a:pt x="10603" y="13171"/>
                  </a:lnTo>
                  <a:cubicBezTo>
                    <a:pt x="10603" y="13394"/>
                    <a:pt x="10424" y="13559"/>
                    <a:pt x="10215" y="13559"/>
                  </a:cubicBezTo>
                  <a:lnTo>
                    <a:pt x="941" y="13559"/>
                  </a:lnTo>
                  <a:cubicBezTo>
                    <a:pt x="718" y="13559"/>
                    <a:pt x="553" y="13394"/>
                    <a:pt x="553" y="13171"/>
                  </a:cubicBezTo>
                  <a:lnTo>
                    <a:pt x="553" y="12886"/>
                  </a:lnTo>
                  <a:close/>
                  <a:moveTo>
                    <a:pt x="5331" y="0"/>
                  </a:moveTo>
                  <a:cubicBezTo>
                    <a:pt x="4137" y="0"/>
                    <a:pt x="3121" y="836"/>
                    <a:pt x="2882" y="1986"/>
                  </a:cubicBezTo>
                  <a:cubicBezTo>
                    <a:pt x="2091" y="2045"/>
                    <a:pt x="1479" y="2702"/>
                    <a:pt x="1479" y="3509"/>
                  </a:cubicBezTo>
                  <a:cubicBezTo>
                    <a:pt x="1479" y="4345"/>
                    <a:pt x="2151" y="5018"/>
                    <a:pt x="2987" y="5018"/>
                  </a:cubicBezTo>
                  <a:lnTo>
                    <a:pt x="4451" y="5018"/>
                  </a:lnTo>
                  <a:lnTo>
                    <a:pt x="4451" y="5704"/>
                  </a:lnTo>
                  <a:lnTo>
                    <a:pt x="1897" y="5704"/>
                  </a:lnTo>
                  <a:cubicBezTo>
                    <a:pt x="1359" y="5704"/>
                    <a:pt x="927" y="6137"/>
                    <a:pt x="927" y="6674"/>
                  </a:cubicBezTo>
                  <a:lnTo>
                    <a:pt x="927" y="11931"/>
                  </a:lnTo>
                  <a:cubicBezTo>
                    <a:pt x="927" y="12080"/>
                    <a:pt x="971" y="12215"/>
                    <a:pt x="1031" y="12334"/>
                  </a:cubicBezTo>
                  <a:lnTo>
                    <a:pt x="270" y="12334"/>
                  </a:lnTo>
                  <a:cubicBezTo>
                    <a:pt x="120" y="12334"/>
                    <a:pt x="1" y="12454"/>
                    <a:pt x="1" y="12617"/>
                  </a:cubicBezTo>
                  <a:lnTo>
                    <a:pt x="1" y="13171"/>
                  </a:lnTo>
                  <a:cubicBezTo>
                    <a:pt x="1" y="13693"/>
                    <a:pt x="419" y="14111"/>
                    <a:pt x="941" y="14111"/>
                  </a:cubicBezTo>
                  <a:lnTo>
                    <a:pt x="10215" y="14111"/>
                  </a:lnTo>
                  <a:cubicBezTo>
                    <a:pt x="10737" y="14111"/>
                    <a:pt x="11155" y="13693"/>
                    <a:pt x="11155" y="13171"/>
                  </a:cubicBezTo>
                  <a:lnTo>
                    <a:pt x="11155" y="12617"/>
                  </a:lnTo>
                  <a:cubicBezTo>
                    <a:pt x="11155" y="12454"/>
                    <a:pt x="11035" y="12334"/>
                    <a:pt x="10872" y="12334"/>
                  </a:cubicBezTo>
                  <a:lnTo>
                    <a:pt x="10125" y="12334"/>
                  </a:lnTo>
                  <a:cubicBezTo>
                    <a:pt x="10185" y="12215"/>
                    <a:pt x="10215" y="12080"/>
                    <a:pt x="10215" y="11931"/>
                  </a:cubicBezTo>
                  <a:lnTo>
                    <a:pt x="10215" y="6674"/>
                  </a:lnTo>
                  <a:cubicBezTo>
                    <a:pt x="10215" y="6137"/>
                    <a:pt x="9781" y="5704"/>
                    <a:pt x="9259" y="5704"/>
                  </a:cubicBezTo>
                  <a:lnTo>
                    <a:pt x="6317" y="5704"/>
                  </a:lnTo>
                  <a:lnTo>
                    <a:pt x="6243" y="5645"/>
                  </a:lnTo>
                  <a:lnTo>
                    <a:pt x="6392" y="5510"/>
                  </a:lnTo>
                  <a:cubicBezTo>
                    <a:pt x="6436" y="5450"/>
                    <a:pt x="6466" y="5390"/>
                    <a:pt x="6466" y="5316"/>
                  </a:cubicBezTo>
                  <a:lnTo>
                    <a:pt x="6466" y="5018"/>
                  </a:lnTo>
                  <a:lnTo>
                    <a:pt x="7750" y="5018"/>
                  </a:lnTo>
                  <a:cubicBezTo>
                    <a:pt x="8795" y="5018"/>
                    <a:pt x="9677" y="4136"/>
                    <a:pt x="9677" y="3091"/>
                  </a:cubicBezTo>
                  <a:cubicBezTo>
                    <a:pt x="9677" y="2061"/>
                    <a:pt x="8795" y="1179"/>
                    <a:pt x="7750" y="1179"/>
                  </a:cubicBezTo>
                  <a:cubicBezTo>
                    <a:pt x="7661" y="1179"/>
                    <a:pt x="7557" y="1179"/>
                    <a:pt x="7467" y="1195"/>
                  </a:cubicBezTo>
                  <a:cubicBezTo>
                    <a:pt x="7019" y="463"/>
                    <a:pt x="6213" y="0"/>
                    <a:pt x="5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85ffdd79b0_0_30"/>
            <p:cNvSpPr/>
            <p:nvPr/>
          </p:nvSpPr>
          <p:spPr>
            <a:xfrm>
              <a:off x="7200119" y="3946303"/>
              <a:ext cx="15431" cy="13702"/>
            </a:xfrm>
            <a:custGeom>
              <a:rect b="b" l="l" r="r" t="t"/>
              <a:pathLst>
                <a:path extrusionOk="0" h="547" w="616">
                  <a:moveTo>
                    <a:pt x="300" y="0"/>
                  </a:moveTo>
                  <a:cubicBezTo>
                    <a:pt x="255" y="0"/>
                    <a:pt x="209" y="11"/>
                    <a:pt x="165" y="36"/>
                  </a:cubicBezTo>
                  <a:cubicBezTo>
                    <a:pt x="46" y="112"/>
                    <a:pt x="0" y="261"/>
                    <a:pt x="46" y="380"/>
                  </a:cubicBezTo>
                  <a:cubicBezTo>
                    <a:pt x="86" y="475"/>
                    <a:pt x="189" y="546"/>
                    <a:pt x="297" y="546"/>
                  </a:cubicBezTo>
                  <a:cubicBezTo>
                    <a:pt x="308" y="546"/>
                    <a:pt x="318" y="545"/>
                    <a:pt x="329" y="544"/>
                  </a:cubicBezTo>
                  <a:cubicBezTo>
                    <a:pt x="434" y="544"/>
                    <a:pt x="538" y="454"/>
                    <a:pt x="568" y="335"/>
                  </a:cubicBezTo>
                  <a:cubicBezTo>
                    <a:pt x="615" y="159"/>
                    <a:pt x="467" y="0"/>
                    <a:pt x="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g385ffdd79b0_0_30"/>
            <p:cNvSpPr/>
            <p:nvPr/>
          </p:nvSpPr>
          <p:spPr>
            <a:xfrm>
              <a:off x="7199768" y="4022631"/>
              <a:ext cx="15731" cy="13778"/>
            </a:xfrm>
            <a:custGeom>
              <a:rect b="b" l="l" r="r" t="t"/>
              <a:pathLst>
                <a:path extrusionOk="0" h="550" w="628">
                  <a:moveTo>
                    <a:pt x="308" y="0"/>
                  </a:moveTo>
                  <a:cubicBezTo>
                    <a:pt x="275" y="0"/>
                    <a:pt x="241" y="7"/>
                    <a:pt x="209" y="21"/>
                  </a:cubicBezTo>
                  <a:cubicBezTo>
                    <a:pt x="74" y="81"/>
                    <a:pt x="0" y="245"/>
                    <a:pt x="60" y="380"/>
                  </a:cubicBezTo>
                  <a:cubicBezTo>
                    <a:pt x="105" y="482"/>
                    <a:pt x="211" y="550"/>
                    <a:pt x="319" y="550"/>
                  </a:cubicBezTo>
                  <a:cubicBezTo>
                    <a:pt x="353" y="550"/>
                    <a:pt x="386" y="543"/>
                    <a:pt x="418" y="529"/>
                  </a:cubicBezTo>
                  <a:cubicBezTo>
                    <a:pt x="568" y="469"/>
                    <a:pt x="627" y="304"/>
                    <a:pt x="568" y="171"/>
                  </a:cubicBezTo>
                  <a:cubicBezTo>
                    <a:pt x="522" y="68"/>
                    <a:pt x="416" y="0"/>
                    <a:pt x="3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3" name="Google Shape;523;g385ffdd79b0_0_30"/>
          <p:cNvSpPr txBox="1"/>
          <p:nvPr>
            <p:ph idx="1" type="subTitle"/>
          </p:nvPr>
        </p:nvSpPr>
        <p:spPr>
          <a:xfrm>
            <a:off x="1098125" y="1387800"/>
            <a:ext cx="7208100" cy="22740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Metodología en cascada con enfoque modular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Avance por etapas:   </a:t>
            </a:r>
            <a:r>
              <a:rPr b="1" lang="en" sz="1300">
                <a:latin typeface="Barlow"/>
                <a:ea typeface="Barlow"/>
                <a:cs typeface="Barlow"/>
                <a:sym typeface="Barlow"/>
              </a:rPr>
              <a:t> requerimientos → diseño → desarrollo → pruebas  </a:t>
            </a:r>
            <a:endParaRPr b="1" sz="1300"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Módulos independientes: asignaturas, apuntes, tareas, pomodoro, flashcards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Uso de GitHub como control de versiones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Pruebas funcionales por módulo  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Coordinación mediante Carta Gantt  </a:t>
            </a:r>
            <a:endParaRPr/>
          </a:p>
        </p:txBody>
      </p:sp>
      <p:pic>
        <p:nvPicPr>
          <p:cNvPr id="524" name="Google Shape;524;g385ffdd79b0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8198" y="2955948"/>
            <a:ext cx="2928015" cy="189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7c1c52d414_0_149"/>
          <p:cNvSpPr txBox="1"/>
          <p:nvPr>
            <p:ph idx="4294967295" type="subTitle"/>
          </p:nvPr>
        </p:nvSpPr>
        <p:spPr>
          <a:xfrm>
            <a:off x="1034275" y="3759550"/>
            <a:ext cx="3232200" cy="642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FASE 3 - Presentacion  (1 semana)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30" name="Google Shape;530;g37c1c52d414_0_149"/>
          <p:cNvSpPr txBox="1"/>
          <p:nvPr>
            <p:ph type="title"/>
          </p:nvPr>
        </p:nvSpPr>
        <p:spPr>
          <a:xfrm>
            <a:off x="720000" y="836350"/>
            <a:ext cx="7931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Cronograma de Proyecto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31" name="Google Shape;531;g37c1c52d414_0_149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32" name="Google Shape;532;g37c1c52d414_0_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g37c1c52d414_0_149"/>
          <p:cNvSpPr txBox="1"/>
          <p:nvPr>
            <p:ph idx="4294967295" type="subTitle"/>
          </p:nvPr>
        </p:nvSpPr>
        <p:spPr>
          <a:xfrm>
            <a:off x="1043400" y="1488300"/>
            <a:ext cx="3232200" cy="14571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FASE 1  - Preparacion (4 semanas):</a:t>
            </a:r>
            <a:endParaRPr b="1" i="0" sz="13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Levantamiento de Requerimientos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Análisis de los Requerimientos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Definición de Requerimientos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34" name="Google Shape;534;g37c1c52d414_0_149"/>
          <p:cNvSpPr txBox="1"/>
          <p:nvPr>
            <p:ph idx="4294967295" type="subTitle"/>
          </p:nvPr>
        </p:nvSpPr>
        <p:spPr>
          <a:xfrm>
            <a:off x="4597187" y="1488300"/>
            <a:ext cx="3754800" cy="2914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Medium"/>
              <a:buNone/>
            </a:pPr>
            <a:r>
              <a:rPr b="1" i="0" lang="en" sz="13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FASE 2  - Desarrollo (10 semanas):</a:t>
            </a:r>
            <a:endParaRPr b="1" i="0" sz="13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Sesión, Usuarios y Roles. 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Asignaturas y Apuntes 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To-do List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Pomodoro 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Flashcards 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Alertas y Recordatorios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Subida y Acceso Compartido de Archivos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11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Medium"/>
              <a:buAutoNum type="arabicPeriod"/>
            </a:pPr>
            <a:r>
              <a:rPr b="0" i="0" lang="en" sz="1300" u="none" cap="none" strike="noStrik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Seguridad y Pruebas Finales</a:t>
            </a:r>
            <a:endParaRPr b="0" i="0" sz="1300" u="none" cap="none" strike="noStrik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35" name="Google Shape;535;g37c1c52d414_0_149"/>
          <p:cNvSpPr/>
          <p:nvPr/>
        </p:nvSpPr>
        <p:spPr>
          <a:xfrm rot="5400000">
            <a:off x="3770499" y="2632952"/>
            <a:ext cx="876900" cy="10140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36" name="Google Shape;536;g37c1c52d414_0_149"/>
          <p:cNvSpPr/>
          <p:nvPr/>
        </p:nvSpPr>
        <p:spPr>
          <a:xfrm rot="10800000">
            <a:off x="3692874" y="3861700"/>
            <a:ext cx="1000200" cy="43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85ffdd79b0_0_58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42" name="Google Shape;542;g385ffdd79b0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g385ffdd79b0_0_58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Arquitectura del Software</a:t>
            </a:r>
            <a:endParaRPr sz="2400"/>
          </a:p>
        </p:txBody>
      </p:sp>
      <p:pic>
        <p:nvPicPr>
          <p:cNvPr id="544" name="Google Shape;544;g385ffdd79b0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376" y="1603425"/>
            <a:ext cx="6989225" cy="2538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85ffdd79b0_0_74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50" name="Google Shape;550;g385ffdd79b0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385ffdd79b0_0_74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Modelo de Datos</a:t>
            </a:r>
            <a:endParaRPr sz="2400"/>
          </a:p>
        </p:txBody>
      </p:sp>
      <p:sp>
        <p:nvSpPr>
          <p:cNvPr id="552" name="Google Shape;552;g385ffdd79b0_0_74"/>
          <p:cNvSpPr txBox="1"/>
          <p:nvPr>
            <p:ph idx="1" type="subTitle"/>
          </p:nvPr>
        </p:nvSpPr>
        <p:spPr>
          <a:xfrm>
            <a:off x="2797496" y="2202450"/>
            <a:ext cx="1297200" cy="1218000"/>
          </a:xfrm>
          <a:prstGeom prst="rect">
            <a:avLst/>
          </a:prstGeom>
          <a:solidFill>
            <a:srgbClr val="D6D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AspNetUsers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UserName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Email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3" name="Google Shape;553;g385ffdd79b0_0_74"/>
          <p:cNvSpPr txBox="1"/>
          <p:nvPr>
            <p:ph idx="1" type="subTitle"/>
          </p:nvPr>
        </p:nvSpPr>
        <p:spPr>
          <a:xfrm>
            <a:off x="4359650" y="2202413"/>
            <a:ext cx="1407000" cy="12180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Apt_Asignaturas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IdAsignatura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DESC_Nombre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DESC_Asignatura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4" name="Google Shape;554;g385ffdd79b0_0_74"/>
          <p:cNvSpPr txBox="1"/>
          <p:nvPr>
            <p:ph idx="1" type="subTitle"/>
          </p:nvPr>
        </p:nvSpPr>
        <p:spPr>
          <a:xfrm>
            <a:off x="4359650" y="3722275"/>
            <a:ext cx="1407000" cy="10503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Apt_Apuntes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IdApunte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COD_Asignatura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DESC_Contenido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5" name="Google Shape;555;g385ffdd79b0_0_74"/>
          <p:cNvSpPr txBox="1"/>
          <p:nvPr>
            <p:ph idx="1" type="subTitle"/>
          </p:nvPr>
        </p:nvSpPr>
        <p:spPr>
          <a:xfrm>
            <a:off x="6147375" y="3722275"/>
            <a:ext cx="2022000" cy="10503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Apt_ApuntesCompartidos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IdCompartido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IdApunte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UserEmail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6" name="Google Shape;556;g385ffdd79b0_0_74"/>
          <p:cNvSpPr/>
          <p:nvPr/>
        </p:nvSpPr>
        <p:spPr>
          <a:xfrm>
            <a:off x="5489575" y="4157550"/>
            <a:ext cx="1096200" cy="43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57" name="Google Shape;557;g385ffdd79b0_0_74"/>
          <p:cNvSpPr/>
          <p:nvPr/>
        </p:nvSpPr>
        <p:spPr>
          <a:xfrm rot="5400000">
            <a:off x="5257899" y="3256177"/>
            <a:ext cx="749400" cy="43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58" name="Google Shape;558;g385ffdd79b0_0_74"/>
          <p:cNvSpPr txBox="1"/>
          <p:nvPr>
            <p:ph idx="1" type="subTitle"/>
          </p:nvPr>
        </p:nvSpPr>
        <p:spPr>
          <a:xfrm>
            <a:off x="1177450" y="2202450"/>
            <a:ext cx="1407000" cy="12180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Apt_NetRoles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Name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NormalizedName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9" name="Google Shape;559;g385ffdd79b0_0_74"/>
          <p:cNvSpPr txBox="1"/>
          <p:nvPr>
            <p:ph idx="1" type="subTitle"/>
          </p:nvPr>
        </p:nvSpPr>
        <p:spPr>
          <a:xfrm>
            <a:off x="403800" y="3722269"/>
            <a:ext cx="1760400" cy="10503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Apt_NetRolesClaims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RoleId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ClaimType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0" name="Google Shape;560;g385ffdd79b0_0_74"/>
          <p:cNvSpPr/>
          <p:nvPr/>
        </p:nvSpPr>
        <p:spPr>
          <a:xfrm>
            <a:off x="2295050" y="2753550"/>
            <a:ext cx="876900" cy="43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61" name="Google Shape;561;g385ffdd79b0_0_74"/>
          <p:cNvSpPr/>
          <p:nvPr/>
        </p:nvSpPr>
        <p:spPr>
          <a:xfrm>
            <a:off x="3781088" y="2753550"/>
            <a:ext cx="876900" cy="43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62" name="Google Shape;562;g385ffdd79b0_0_74"/>
          <p:cNvSpPr/>
          <p:nvPr/>
        </p:nvSpPr>
        <p:spPr>
          <a:xfrm>
            <a:off x="1747000" y="3319975"/>
            <a:ext cx="876900" cy="1324800"/>
          </a:xfrm>
          <a:prstGeom prst="leftUpArrow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63" name="Google Shape;563;g385ffdd79b0_0_74"/>
          <p:cNvSpPr txBox="1"/>
          <p:nvPr>
            <p:ph idx="1" type="subTitle"/>
          </p:nvPr>
        </p:nvSpPr>
        <p:spPr>
          <a:xfrm>
            <a:off x="4006200" y="929525"/>
            <a:ext cx="1760400" cy="10503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Apt_TipoNotificacion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Id_TipoNotificacion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DESC_NombreNotificacion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4" name="Google Shape;564;g385ffdd79b0_0_74"/>
          <p:cNvSpPr txBox="1"/>
          <p:nvPr>
            <p:ph idx="1" type="subTitle"/>
          </p:nvPr>
        </p:nvSpPr>
        <p:spPr>
          <a:xfrm>
            <a:off x="6147375" y="929525"/>
            <a:ext cx="2022000" cy="10503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Apt_Eventos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IdEvento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CodUsuario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DTTM_FechaEvento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5" name="Google Shape;565;g385ffdd79b0_0_74"/>
          <p:cNvSpPr/>
          <p:nvPr/>
        </p:nvSpPr>
        <p:spPr>
          <a:xfrm>
            <a:off x="5489575" y="1657148"/>
            <a:ext cx="1096200" cy="43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66" name="Google Shape;566;g385ffdd79b0_0_74"/>
          <p:cNvSpPr/>
          <p:nvPr/>
        </p:nvSpPr>
        <p:spPr>
          <a:xfrm rot="5400000">
            <a:off x="4009185" y="1864619"/>
            <a:ext cx="749400" cy="438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8ae3b323c0_0_116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Tecnologias Usadas</a:t>
            </a:r>
            <a:endParaRPr sz="2400"/>
          </a:p>
        </p:txBody>
      </p:sp>
      <p:sp>
        <p:nvSpPr>
          <p:cNvPr id="572" name="Google Shape;572;g38ae3b323c0_0_116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73" name="Google Shape;573;g38ae3b323c0_0_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g38ae3b323c0_0_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525" y="1787375"/>
            <a:ext cx="927650" cy="9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g38ae3b323c0_0_1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43533" y="1787377"/>
            <a:ext cx="657238" cy="92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8ae3b323c0_0_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0811" y="1777975"/>
            <a:ext cx="1682601" cy="9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8ae3b323c0_0_1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1633" y="1787390"/>
            <a:ext cx="927651" cy="92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g38ae3b323c0_0_1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8150" y="1787400"/>
            <a:ext cx="927650" cy="92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g38ae3b323c0_0_1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74675" y="1814845"/>
            <a:ext cx="1052014" cy="9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38ae3b323c0_0_1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98150" y="3235438"/>
            <a:ext cx="927648" cy="927648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8ae3b323c0_0_116"/>
          <p:cNvSpPr txBox="1"/>
          <p:nvPr/>
        </p:nvSpPr>
        <p:spPr>
          <a:xfrm>
            <a:off x="539775" y="13775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FRONT-END: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2" name="Google Shape;582;g38ae3b323c0_0_116"/>
          <p:cNvSpPr txBox="1"/>
          <p:nvPr/>
        </p:nvSpPr>
        <p:spPr>
          <a:xfrm>
            <a:off x="4428092" y="1445549"/>
            <a:ext cx="14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BACK-END: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3" name="Google Shape;583;g38ae3b323c0_0_116"/>
          <p:cNvSpPr txBox="1"/>
          <p:nvPr/>
        </p:nvSpPr>
        <p:spPr>
          <a:xfrm>
            <a:off x="1159500" y="2866149"/>
            <a:ext cx="14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BASE DE DATOS: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84" name="Google Shape;584;g38ae3b323c0_0_116"/>
          <p:cNvSpPr txBox="1"/>
          <p:nvPr/>
        </p:nvSpPr>
        <p:spPr>
          <a:xfrm>
            <a:off x="5028542" y="2866150"/>
            <a:ext cx="294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CONTROL DE VERSIONES:</a:t>
            </a:r>
            <a:endParaRPr b="1" i="0" sz="1200" u="none" cap="none" strike="noStrike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585" name="Google Shape;585;g38ae3b323c0_0_1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389325" y="3173250"/>
            <a:ext cx="1052026" cy="105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8ae3b323c0_0_140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91" name="Google Shape;591;g38ae3b323c0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g38ae3b323c0_0_140" title="Video CapStone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450" y="780175"/>
            <a:ext cx="7489100" cy="42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8ae3b323c0_0_164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Resultados Obtenidos</a:t>
            </a:r>
            <a:endParaRPr sz="2400"/>
          </a:p>
        </p:txBody>
      </p:sp>
      <p:sp>
        <p:nvSpPr>
          <p:cNvPr id="598" name="Google Shape;598;g38ae3b323c0_0_164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599" name="Google Shape;599;g38ae3b323c0_0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8ae3b323c0_0_164"/>
          <p:cNvSpPr txBox="1"/>
          <p:nvPr>
            <p:ph idx="1" type="subTitle"/>
          </p:nvPr>
        </p:nvSpPr>
        <p:spPr>
          <a:xfrm>
            <a:off x="663450" y="1424348"/>
            <a:ext cx="7524000" cy="2125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Requerimientos levantados, analizados y validados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Sistema de autenticación con roles implementado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Módulos principales completados: Asignaturas, Apuntes, To-Do List, Pomodoro, Flashcards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Recordatorios funcionales integrados al flujo de estudio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Arquitectura, modelo de datos y documentación técnica finalizada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Control de versiones aplicado con GitHub durante todo el desarrollo.</a:t>
            </a:r>
            <a:endParaRPr b="1" sz="1300"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601" name="Google Shape;601;g38ae3b323c0_0_164"/>
          <p:cNvPicPr preferRelativeResize="0"/>
          <p:nvPr/>
        </p:nvPicPr>
        <p:blipFill rotWithShape="1">
          <a:blip r:embed="rId4">
            <a:alphaModFix/>
          </a:blip>
          <a:srcRect b="32252" l="0" r="0" t="10527"/>
          <a:stretch/>
        </p:blipFill>
        <p:spPr>
          <a:xfrm>
            <a:off x="4852989" y="3550203"/>
            <a:ext cx="3882750" cy="14233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8ae3b323c0_0_188"/>
          <p:cNvSpPr txBox="1"/>
          <p:nvPr>
            <p:ph type="title"/>
          </p:nvPr>
        </p:nvSpPr>
        <p:spPr>
          <a:xfrm>
            <a:off x="686522" y="785053"/>
            <a:ext cx="57864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Obstáculos en el Desarrollo</a:t>
            </a:r>
            <a:endParaRPr sz="2400"/>
          </a:p>
        </p:txBody>
      </p:sp>
      <p:sp>
        <p:nvSpPr>
          <p:cNvPr id="607" name="Google Shape;607;g38ae3b323c0_0_188"/>
          <p:cNvSpPr txBox="1"/>
          <p:nvPr/>
        </p:nvSpPr>
        <p:spPr>
          <a:xfrm>
            <a:off x="1159500" y="240052"/>
            <a:ext cx="30000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Proyecto </a:t>
            </a:r>
            <a:r>
              <a:rPr b="0" i="0" lang="en" sz="1800" u="none" cap="none" strike="noStrike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“CodePaw”</a:t>
            </a:r>
            <a:endParaRPr b="0" i="0" sz="1800" u="none" cap="none" strike="noStrike">
              <a:solidFill>
                <a:schemeClr val="dk2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608" name="Google Shape;608;g38ae3b323c0_0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1125" y="274925"/>
            <a:ext cx="3155251" cy="561425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g38ae3b323c0_0_188"/>
          <p:cNvSpPr txBox="1"/>
          <p:nvPr>
            <p:ph idx="1" type="subTitle"/>
          </p:nvPr>
        </p:nvSpPr>
        <p:spPr>
          <a:xfrm>
            <a:off x="663450" y="1433475"/>
            <a:ext cx="7317300" cy="2116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Diferencias iniciales en la interpretación del enfoque del proyecto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Carga laboral alta por parte de ambos integrantes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Retrasos por comunicación interna insuficiente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Ajustes en el alcance y reemplazo de módulos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Riesgos técnicos: integración de módulos y seguridad</a:t>
            </a:r>
            <a:endParaRPr sz="1300"/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Desafíos para garantizar la seguridad y consistencia de los datos.</a:t>
            </a:r>
            <a:endParaRPr sz="13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pic>
        <p:nvPicPr>
          <p:cNvPr id="610" name="Google Shape;610;g38ae3b323c0_0_188"/>
          <p:cNvPicPr preferRelativeResize="0"/>
          <p:nvPr/>
        </p:nvPicPr>
        <p:blipFill rotWithShape="1">
          <a:blip r:embed="rId4">
            <a:alphaModFix/>
          </a:blip>
          <a:srcRect b="33273" l="0" r="0" t="17882"/>
          <a:stretch/>
        </p:blipFill>
        <p:spPr>
          <a:xfrm>
            <a:off x="4857375" y="3550200"/>
            <a:ext cx="3882749" cy="14233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/>
          <p:cNvPicPr preferRelativeResize="0"/>
          <p:nvPr/>
        </p:nvPicPr>
        <p:blipFill rotWithShape="1">
          <a:blip r:embed="rId3">
            <a:alphaModFix/>
          </a:blip>
          <a:srcRect b="34736" l="7384" r="8018" t="28457"/>
          <a:stretch/>
        </p:blipFill>
        <p:spPr>
          <a:xfrm>
            <a:off x="7197275" y="344250"/>
            <a:ext cx="1233500" cy="195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6" name="Google Shape;616;p20"/>
          <p:cNvGrpSpPr/>
          <p:nvPr/>
        </p:nvGrpSpPr>
        <p:grpSpPr>
          <a:xfrm rot="-5400000">
            <a:off x="-93023" y="1547225"/>
            <a:ext cx="352108" cy="1260383"/>
            <a:chOff x="8254727" y="-90700"/>
            <a:chExt cx="352108" cy="1260383"/>
          </a:xfrm>
        </p:grpSpPr>
        <p:sp>
          <p:nvSpPr>
            <p:cNvPr id="617" name="Google Shape;617;p20"/>
            <p:cNvSpPr/>
            <p:nvPr/>
          </p:nvSpPr>
          <p:spPr>
            <a:xfrm>
              <a:off x="850939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37" y="0"/>
                  </a:moveTo>
                  <a:cubicBezTo>
                    <a:pt x="7937" y="3194"/>
                    <a:pt x="6288" y="4741"/>
                    <a:pt x="4329" y="6527"/>
                  </a:cubicBezTo>
                  <a:cubicBezTo>
                    <a:pt x="2303" y="8415"/>
                    <a:pt x="0" y="10545"/>
                    <a:pt x="0" y="14736"/>
                  </a:cubicBezTo>
                  <a:cubicBezTo>
                    <a:pt x="0" y="18894"/>
                    <a:pt x="2303" y="21024"/>
                    <a:pt x="4329" y="22912"/>
                  </a:cubicBezTo>
                  <a:cubicBezTo>
                    <a:pt x="6288" y="24699"/>
                    <a:pt x="7937" y="26246"/>
                    <a:pt x="7937" y="29439"/>
                  </a:cubicBezTo>
                  <a:cubicBezTo>
                    <a:pt x="7937" y="32600"/>
                    <a:pt x="6288" y="34147"/>
                    <a:pt x="4329" y="35966"/>
                  </a:cubicBezTo>
                  <a:cubicBezTo>
                    <a:pt x="2303" y="37821"/>
                    <a:pt x="0" y="39951"/>
                    <a:pt x="0" y="44142"/>
                  </a:cubicBezTo>
                  <a:cubicBezTo>
                    <a:pt x="0" y="48300"/>
                    <a:pt x="2303" y="50463"/>
                    <a:pt x="4329" y="52318"/>
                  </a:cubicBezTo>
                  <a:cubicBezTo>
                    <a:pt x="6288" y="54104"/>
                    <a:pt x="7937" y="55651"/>
                    <a:pt x="7937" y="58845"/>
                  </a:cubicBezTo>
                  <a:cubicBezTo>
                    <a:pt x="7937" y="62041"/>
                    <a:pt x="6288" y="63585"/>
                    <a:pt x="4329" y="65372"/>
                  </a:cubicBezTo>
                  <a:cubicBezTo>
                    <a:pt x="2303" y="67263"/>
                    <a:pt x="0" y="69392"/>
                    <a:pt x="0" y="73548"/>
                  </a:cubicBezTo>
                  <a:cubicBezTo>
                    <a:pt x="0" y="77739"/>
                    <a:pt x="2303" y="79869"/>
                    <a:pt x="4329" y="81759"/>
                  </a:cubicBezTo>
                  <a:cubicBezTo>
                    <a:pt x="6288" y="83546"/>
                    <a:pt x="7937" y="85090"/>
                    <a:pt x="7937" y="88286"/>
                  </a:cubicBezTo>
                  <a:cubicBezTo>
                    <a:pt x="7937" y="91447"/>
                    <a:pt x="6288" y="93027"/>
                    <a:pt x="4329" y="94813"/>
                  </a:cubicBezTo>
                  <a:cubicBezTo>
                    <a:pt x="2303" y="96668"/>
                    <a:pt x="0" y="98831"/>
                    <a:pt x="0" y="102989"/>
                  </a:cubicBezTo>
                  <a:cubicBezTo>
                    <a:pt x="0" y="107180"/>
                    <a:pt x="2303" y="109310"/>
                    <a:pt x="4329" y="111198"/>
                  </a:cubicBezTo>
                  <a:cubicBezTo>
                    <a:pt x="6288" y="112984"/>
                    <a:pt x="7937" y="114532"/>
                    <a:pt x="7937" y="117725"/>
                  </a:cubicBezTo>
                  <a:cubicBezTo>
                    <a:pt x="7937" y="120885"/>
                    <a:pt x="6288" y="122433"/>
                    <a:pt x="4329" y="124252"/>
                  </a:cubicBezTo>
                  <a:cubicBezTo>
                    <a:pt x="2303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52" y="127687"/>
                    <a:pt x="5876" y="125901"/>
                  </a:cubicBezTo>
                  <a:cubicBezTo>
                    <a:pt x="7901" y="124013"/>
                    <a:pt x="10237" y="121883"/>
                    <a:pt x="10237" y="117725"/>
                  </a:cubicBezTo>
                  <a:cubicBezTo>
                    <a:pt x="10237" y="113534"/>
                    <a:pt x="7901" y="111404"/>
                    <a:pt x="5876" y="109516"/>
                  </a:cubicBezTo>
                  <a:cubicBezTo>
                    <a:pt x="3952" y="107730"/>
                    <a:pt x="2267" y="106183"/>
                    <a:pt x="2267" y="102989"/>
                  </a:cubicBezTo>
                  <a:cubicBezTo>
                    <a:pt x="2267" y="99793"/>
                    <a:pt x="3952" y="98249"/>
                    <a:pt x="5876" y="96462"/>
                  </a:cubicBezTo>
                  <a:cubicBezTo>
                    <a:pt x="7901" y="94571"/>
                    <a:pt x="10237" y="92442"/>
                    <a:pt x="10237" y="88286"/>
                  </a:cubicBezTo>
                  <a:cubicBezTo>
                    <a:pt x="10237" y="84095"/>
                    <a:pt x="7901" y="81965"/>
                    <a:pt x="5876" y="80075"/>
                  </a:cubicBezTo>
                  <a:cubicBezTo>
                    <a:pt x="3952" y="78288"/>
                    <a:pt x="2267" y="76744"/>
                    <a:pt x="2267" y="73548"/>
                  </a:cubicBezTo>
                  <a:cubicBezTo>
                    <a:pt x="2267" y="70387"/>
                    <a:pt x="3952" y="68843"/>
                    <a:pt x="5876" y="67056"/>
                  </a:cubicBezTo>
                  <a:cubicBezTo>
                    <a:pt x="7901" y="65166"/>
                    <a:pt x="10237" y="63036"/>
                    <a:pt x="10237" y="58845"/>
                  </a:cubicBezTo>
                  <a:cubicBezTo>
                    <a:pt x="10237" y="54690"/>
                    <a:pt x="7901" y="52560"/>
                    <a:pt x="5876" y="50669"/>
                  </a:cubicBezTo>
                  <a:cubicBezTo>
                    <a:pt x="3952" y="48883"/>
                    <a:pt x="2267" y="47338"/>
                    <a:pt x="2267" y="44142"/>
                  </a:cubicBezTo>
                  <a:cubicBezTo>
                    <a:pt x="2267" y="40949"/>
                    <a:pt x="3952" y="39401"/>
                    <a:pt x="5876" y="37615"/>
                  </a:cubicBezTo>
                  <a:cubicBezTo>
                    <a:pt x="7901" y="35727"/>
                    <a:pt x="10237" y="33597"/>
                    <a:pt x="10237" y="29439"/>
                  </a:cubicBezTo>
                  <a:cubicBezTo>
                    <a:pt x="10237" y="25248"/>
                    <a:pt x="7901" y="23118"/>
                    <a:pt x="5876" y="21230"/>
                  </a:cubicBezTo>
                  <a:cubicBezTo>
                    <a:pt x="3952" y="19444"/>
                    <a:pt x="2267" y="17897"/>
                    <a:pt x="2267" y="14736"/>
                  </a:cubicBezTo>
                  <a:cubicBezTo>
                    <a:pt x="2267" y="11543"/>
                    <a:pt x="3952" y="9996"/>
                    <a:pt x="5876" y="8209"/>
                  </a:cubicBezTo>
                  <a:cubicBezTo>
                    <a:pt x="7901" y="6321"/>
                    <a:pt x="10237" y="4191"/>
                    <a:pt x="10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8381885" y="-90700"/>
              <a:ext cx="97440" cy="1260383"/>
            </a:xfrm>
            <a:custGeom>
              <a:rect b="b" l="l" r="r" t="t"/>
              <a:pathLst>
                <a:path extrusionOk="0" h="132428" w="10238">
                  <a:moveTo>
                    <a:pt x="7971" y="0"/>
                  </a:moveTo>
                  <a:cubicBezTo>
                    <a:pt x="7971" y="3194"/>
                    <a:pt x="6289" y="4741"/>
                    <a:pt x="4365" y="6527"/>
                  </a:cubicBezTo>
                  <a:cubicBezTo>
                    <a:pt x="2304" y="8415"/>
                    <a:pt x="1" y="10545"/>
                    <a:pt x="1" y="14736"/>
                  </a:cubicBezTo>
                  <a:cubicBezTo>
                    <a:pt x="1" y="18894"/>
                    <a:pt x="2304" y="21024"/>
                    <a:pt x="4365" y="22912"/>
                  </a:cubicBezTo>
                  <a:cubicBezTo>
                    <a:pt x="6289" y="24699"/>
                    <a:pt x="7971" y="26246"/>
                    <a:pt x="7971" y="29439"/>
                  </a:cubicBezTo>
                  <a:cubicBezTo>
                    <a:pt x="7971" y="32600"/>
                    <a:pt x="6289" y="34147"/>
                    <a:pt x="4365" y="35966"/>
                  </a:cubicBezTo>
                  <a:cubicBezTo>
                    <a:pt x="2304" y="37821"/>
                    <a:pt x="1" y="39951"/>
                    <a:pt x="1" y="44142"/>
                  </a:cubicBezTo>
                  <a:cubicBezTo>
                    <a:pt x="1" y="48300"/>
                    <a:pt x="2304" y="50463"/>
                    <a:pt x="4365" y="52318"/>
                  </a:cubicBezTo>
                  <a:cubicBezTo>
                    <a:pt x="6289" y="54104"/>
                    <a:pt x="7971" y="55651"/>
                    <a:pt x="7971" y="58845"/>
                  </a:cubicBezTo>
                  <a:cubicBezTo>
                    <a:pt x="7971" y="62041"/>
                    <a:pt x="6289" y="63585"/>
                    <a:pt x="4365" y="65372"/>
                  </a:cubicBezTo>
                  <a:cubicBezTo>
                    <a:pt x="2304" y="67263"/>
                    <a:pt x="1" y="69392"/>
                    <a:pt x="1" y="73548"/>
                  </a:cubicBezTo>
                  <a:cubicBezTo>
                    <a:pt x="1" y="77739"/>
                    <a:pt x="2304" y="79869"/>
                    <a:pt x="4365" y="81759"/>
                  </a:cubicBezTo>
                  <a:cubicBezTo>
                    <a:pt x="6289" y="83546"/>
                    <a:pt x="7971" y="85090"/>
                    <a:pt x="7971" y="88286"/>
                  </a:cubicBezTo>
                  <a:cubicBezTo>
                    <a:pt x="7971" y="91447"/>
                    <a:pt x="6289" y="92991"/>
                    <a:pt x="4365" y="94813"/>
                  </a:cubicBezTo>
                  <a:cubicBezTo>
                    <a:pt x="2304" y="96668"/>
                    <a:pt x="1" y="98831"/>
                    <a:pt x="1" y="102989"/>
                  </a:cubicBezTo>
                  <a:cubicBezTo>
                    <a:pt x="1" y="107180"/>
                    <a:pt x="2304" y="109310"/>
                    <a:pt x="4365" y="111198"/>
                  </a:cubicBezTo>
                  <a:cubicBezTo>
                    <a:pt x="6289" y="112984"/>
                    <a:pt x="7971" y="114532"/>
                    <a:pt x="7971" y="117725"/>
                  </a:cubicBezTo>
                  <a:cubicBezTo>
                    <a:pt x="7971" y="120885"/>
                    <a:pt x="6289" y="122433"/>
                    <a:pt x="4365" y="124252"/>
                  </a:cubicBezTo>
                  <a:cubicBezTo>
                    <a:pt x="2304" y="126107"/>
                    <a:pt x="1" y="128273"/>
                    <a:pt x="1" y="132428"/>
                  </a:cubicBezTo>
                  <a:lnTo>
                    <a:pt x="2268" y="132428"/>
                  </a:lnTo>
                  <a:cubicBezTo>
                    <a:pt x="2268" y="129234"/>
                    <a:pt x="3953" y="127687"/>
                    <a:pt x="5909" y="125901"/>
                  </a:cubicBezTo>
                  <a:cubicBezTo>
                    <a:pt x="7938" y="124013"/>
                    <a:pt x="10238" y="121883"/>
                    <a:pt x="10238" y="117725"/>
                  </a:cubicBezTo>
                  <a:cubicBezTo>
                    <a:pt x="10238" y="113534"/>
                    <a:pt x="7938" y="111404"/>
                    <a:pt x="5909" y="109516"/>
                  </a:cubicBezTo>
                  <a:cubicBezTo>
                    <a:pt x="3953" y="107730"/>
                    <a:pt x="2268" y="106183"/>
                    <a:pt x="2268" y="102989"/>
                  </a:cubicBezTo>
                  <a:cubicBezTo>
                    <a:pt x="2268" y="99793"/>
                    <a:pt x="3953" y="98249"/>
                    <a:pt x="5876" y="96462"/>
                  </a:cubicBezTo>
                  <a:cubicBezTo>
                    <a:pt x="7938" y="94571"/>
                    <a:pt x="10238" y="92442"/>
                    <a:pt x="10238" y="88286"/>
                  </a:cubicBezTo>
                  <a:cubicBezTo>
                    <a:pt x="10238" y="84095"/>
                    <a:pt x="7938" y="81965"/>
                    <a:pt x="5876" y="80075"/>
                  </a:cubicBezTo>
                  <a:cubicBezTo>
                    <a:pt x="3953" y="78288"/>
                    <a:pt x="2268" y="76744"/>
                    <a:pt x="2268" y="73548"/>
                  </a:cubicBezTo>
                  <a:cubicBezTo>
                    <a:pt x="2268" y="70387"/>
                    <a:pt x="3953" y="68843"/>
                    <a:pt x="5909" y="67056"/>
                  </a:cubicBezTo>
                  <a:cubicBezTo>
                    <a:pt x="7938" y="65166"/>
                    <a:pt x="10238" y="63036"/>
                    <a:pt x="10238" y="58845"/>
                  </a:cubicBezTo>
                  <a:cubicBezTo>
                    <a:pt x="10238" y="54690"/>
                    <a:pt x="7938" y="52560"/>
                    <a:pt x="5909" y="50669"/>
                  </a:cubicBezTo>
                  <a:cubicBezTo>
                    <a:pt x="3953" y="48883"/>
                    <a:pt x="2268" y="47338"/>
                    <a:pt x="2268" y="44142"/>
                  </a:cubicBezTo>
                  <a:cubicBezTo>
                    <a:pt x="2268" y="40949"/>
                    <a:pt x="3953" y="39401"/>
                    <a:pt x="5909" y="37615"/>
                  </a:cubicBezTo>
                  <a:cubicBezTo>
                    <a:pt x="7938" y="35727"/>
                    <a:pt x="10238" y="33597"/>
                    <a:pt x="10238" y="29439"/>
                  </a:cubicBezTo>
                  <a:cubicBezTo>
                    <a:pt x="10238" y="25248"/>
                    <a:pt x="7938" y="23118"/>
                    <a:pt x="5876" y="21230"/>
                  </a:cubicBezTo>
                  <a:cubicBezTo>
                    <a:pt x="3953" y="19444"/>
                    <a:pt x="2268" y="17897"/>
                    <a:pt x="2268" y="14736"/>
                  </a:cubicBezTo>
                  <a:cubicBezTo>
                    <a:pt x="2268" y="11543"/>
                    <a:pt x="3953" y="9996"/>
                    <a:pt x="5909" y="8209"/>
                  </a:cubicBezTo>
                  <a:cubicBezTo>
                    <a:pt x="7938" y="6321"/>
                    <a:pt x="10238" y="4191"/>
                    <a:pt x="10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0"/>
            <p:cNvSpPr/>
            <p:nvPr/>
          </p:nvSpPr>
          <p:spPr>
            <a:xfrm>
              <a:off x="8254727" y="-90700"/>
              <a:ext cx="97098" cy="1260383"/>
            </a:xfrm>
            <a:custGeom>
              <a:rect b="b" l="l" r="r" t="t"/>
              <a:pathLst>
                <a:path extrusionOk="0" h="132428" w="10202">
                  <a:moveTo>
                    <a:pt x="7934" y="0"/>
                  </a:moveTo>
                  <a:cubicBezTo>
                    <a:pt x="7934" y="3194"/>
                    <a:pt x="6252" y="4741"/>
                    <a:pt x="4328" y="6527"/>
                  </a:cubicBezTo>
                  <a:cubicBezTo>
                    <a:pt x="2300" y="8415"/>
                    <a:pt x="0" y="10545"/>
                    <a:pt x="0" y="14736"/>
                  </a:cubicBezTo>
                  <a:cubicBezTo>
                    <a:pt x="0" y="18894"/>
                    <a:pt x="2300" y="21024"/>
                    <a:pt x="4328" y="22912"/>
                  </a:cubicBezTo>
                  <a:cubicBezTo>
                    <a:pt x="6252" y="24699"/>
                    <a:pt x="7934" y="26246"/>
                    <a:pt x="7934" y="29439"/>
                  </a:cubicBezTo>
                  <a:cubicBezTo>
                    <a:pt x="7934" y="32600"/>
                    <a:pt x="6252" y="34147"/>
                    <a:pt x="4328" y="35966"/>
                  </a:cubicBezTo>
                  <a:cubicBezTo>
                    <a:pt x="2300" y="37821"/>
                    <a:pt x="0" y="39951"/>
                    <a:pt x="0" y="44142"/>
                  </a:cubicBezTo>
                  <a:cubicBezTo>
                    <a:pt x="0" y="48300"/>
                    <a:pt x="2300" y="50463"/>
                    <a:pt x="4328" y="52318"/>
                  </a:cubicBezTo>
                  <a:cubicBezTo>
                    <a:pt x="6252" y="54104"/>
                    <a:pt x="7934" y="55651"/>
                    <a:pt x="7934" y="58845"/>
                  </a:cubicBezTo>
                  <a:cubicBezTo>
                    <a:pt x="7934" y="62041"/>
                    <a:pt x="6252" y="63585"/>
                    <a:pt x="4328" y="65372"/>
                  </a:cubicBezTo>
                  <a:cubicBezTo>
                    <a:pt x="2300" y="67263"/>
                    <a:pt x="0" y="69392"/>
                    <a:pt x="0" y="73548"/>
                  </a:cubicBezTo>
                  <a:cubicBezTo>
                    <a:pt x="0" y="77739"/>
                    <a:pt x="2300" y="79869"/>
                    <a:pt x="4328" y="81759"/>
                  </a:cubicBezTo>
                  <a:cubicBezTo>
                    <a:pt x="6252" y="83546"/>
                    <a:pt x="7934" y="85090"/>
                    <a:pt x="7934" y="88286"/>
                  </a:cubicBezTo>
                  <a:cubicBezTo>
                    <a:pt x="7934" y="91447"/>
                    <a:pt x="6252" y="92991"/>
                    <a:pt x="4328" y="94813"/>
                  </a:cubicBezTo>
                  <a:cubicBezTo>
                    <a:pt x="2300" y="96668"/>
                    <a:pt x="0" y="98831"/>
                    <a:pt x="0" y="102989"/>
                  </a:cubicBezTo>
                  <a:cubicBezTo>
                    <a:pt x="0" y="107180"/>
                    <a:pt x="2300" y="109310"/>
                    <a:pt x="4328" y="111198"/>
                  </a:cubicBezTo>
                  <a:cubicBezTo>
                    <a:pt x="6252" y="112984"/>
                    <a:pt x="7934" y="114532"/>
                    <a:pt x="7934" y="117725"/>
                  </a:cubicBezTo>
                  <a:cubicBezTo>
                    <a:pt x="7934" y="120885"/>
                    <a:pt x="6252" y="122433"/>
                    <a:pt x="4328" y="124252"/>
                  </a:cubicBezTo>
                  <a:cubicBezTo>
                    <a:pt x="2300" y="126107"/>
                    <a:pt x="0" y="128273"/>
                    <a:pt x="0" y="132428"/>
                  </a:cubicBezTo>
                  <a:lnTo>
                    <a:pt x="2267" y="132428"/>
                  </a:lnTo>
                  <a:cubicBezTo>
                    <a:pt x="2267" y="129234"/>
                    <a:pt x="3916" y="127687"/>
                    <a:pt x="5873" y="125901"/>
                  </a:cubicBezTo>
                  <a:cubicBezTo>
                    <a:pt x="7901" y="124013"/>
                    <a:pt x="10201" y="121883"/>
                    <a:pt x="10201" y="117725"/>
                  </a:cubicBezTo>
                  <a:cubicBezTo>
                    <a:pt x="10201" y="113534"/>
                    <a:pt x="7901" y="111404"/>
                    <a:pt x="5873" y="109516"/>
                  </a:cubicBezTo>
                  <a:cubicBezTo>
                    <a:pt x="3916" y="107730"/>
                    <a:pt x="2267" y="106183"/>
                    <a:pt x="2267" y="102989"/>
                  </a:cubicBezTo>
                  <a:cubicBezTo>
                    <a:pt x="2267" y="99793"/>
                    <a:pt x="3916" y="98249"/>
                    <a:pt x="5873" y="96462"/>
                  </a:cubicBezTo>
                  <a:cubicBezTo>
                    <a:pt x="7901" y="94571"/>
                    <a:pt x="10201" y="92442"/>
                    <a:pt x="10201" y="88286"/>
                  </a:cubicBezTo>
                  <a:cubicBezTo>
                    <a:pt x="10201" y="84095"/>
                    <a:pt x="7901" y="81965"/>
                    <a:pt x="5873" y="80075"/>
                  </a:cubicBezTo>
                  <a:cubicBezTo>
                    <a:pt x="3916" y="78288"/>
                    <a:pt x="2267" y="76744"/>
                    <a:pt x="2267" y="73548"/>
                  </a:cubicBezTo>
                  <a:cubicBezTo>
                    <a:pt x="2267" y="70387"/>
                    <a:pt x="3916" y="68843"/>
                    <a:pt x="5873" y="67056"/>
                  </a:cubicBezTo>
                  <a:cubicBezTo>
                    <a:pt x="7901" y="65166"/>
                    <a:pt x="10201" y="63036"/>
                    <a:pt x="10201" y="58845"/>
                  </a:cubicBezTo>
                  <a:cubicBezTo>
                    <a:pt x="10201" y="54690"/>
                    <a:pt x="7901" y="52560"/>
                    <a:pt x="5873" y="50669"/>
                  </a:cubicBezTo>
                  <a:cubicBezTo>
                    <a:pt x="3916" y="48883"/>
                    <a:pt x="2267" y="47338"/>
                    <a:pt x="2267" y="44142"/>
                  </a:cubicBezTo>
                  <a:cubicBezTo>
                    <a:pt x="2267" y="40949"/>
                    <a:pt x="3916" y="39401"/>
                    <a:pt x="5873" y="37615"/>
                  </a:cubicBezTo>
                  <a:cubicBezTo>
                    <a:pt x="7901" y="35727"/>
                    <a:pt x="10201" y="33597"/>
                    <a:pt x="10201" y="29439"/>
                  </a:cubicBezTo>
                  <a:cubicBezTo>
                    <a:pt x="10201" y="25248"/>
                    <a:pt x="7901" y="23118"/>
                    <a:pt x="5873" y="21230"/>
                  </a:cubicBezTo>
                  <a:cubicBezTo>
                    <a:pt x="3916" y="19444"/>
                    <a:pt x="2267" y="17897"/>
                    <a:pt x="2267" y="14736"/>
                  </a:cubicBezTo>
                  <a:cubicBezTo>
                    <a:pt x="2267" y="11543"/>
                    <a:pt x="3916" y="9996"/>
                    <a:pt x="5873" y="8209"/>
                  </a:cubicBezTo>
                  <a:cubicBezTo>
                    <a:pt x="7901" y="6321"/>
                    <a:pt x="10201" y="4191"/>
                    <a:pt x="10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0" name="Google Shape;620;p20"/>
          <p:cNvPicPr preferRelativeResize="0"/>
          <p:nvPr/>
        </p:nvPicPr>
        <p:blipFill rotWithShape="1">
          <a:blip r:embed="rId4">
            <a:alphaModFix/>
          </a:blip>
          <a:srcRect b="2954" l="0" r="0" t="2963"/>
          <a:stretch/>
        </p:blipFill>
        <p:spPr>
          <a:xfrm>
            <a:off x="156900" y="4182191"/>
            <a:ext cx="2128823" cy="213526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20"/>
          <p:cNvSpPr txBox="1"/>
          <p:nvPr>
            <p:ph type="title"/>
          </p:nvPr>
        </p:nvSpPr>
        <p:spPr>
          <a:xfrm>
            <a:off x="1292250" y="1711275"/>
            <a:ext cx="6559500" cy="193080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800"/>
              <a:t>Gracias por su atención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 Website Migration Project Proposal by Slidesgo">
  <a:themeElements>
    <a:clrScheme name="Simple Light">
      <a:dk1>
        <a:srgbClr val="4834D4"/>
      </a:dk1>
      <a:lt1>
        <a:srgbClr val="EAF2FA"/>
      </a:lt1>
      <a:dk2>
        <a:srgbClr val="EA4EE3"/>
      </a:dk2>
      <a:lt2>
        <a:srgbClr val="FFE8F5"/>
      </a:lt2>
      <a:accent1>
        <a:srgbClr val="F9CA2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834D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